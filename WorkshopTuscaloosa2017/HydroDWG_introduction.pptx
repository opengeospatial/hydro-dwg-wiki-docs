
<file path=[Content_Types].xml><?xml version="1.0" encoding="utf-8"?>
<Types xmlns="http://schemas.openxmlformats.org/package/2006/content-types">
  <Default Extension="xml" ContentType="application/xml"/>
  <Default Extension="jpeg" ContentType="image/jpeg"/>
  <Default Extension="xlsx" ContentType="application/vnd.openxmlformats-officedocument.spreadsheetml.sheet"/>
  <Default Extension="png" ContentType="image/png"/>
  <Default Extension="gif" ContentType="image/gif"/>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4" r:id="rId1"/>
    <p:sldMasterId id="2147483739" r:id="rId2"/>
  </p:sldMasterIdLst>
  <p:notesMasterIdLst>
    <p:notesMasterId r:id="rId16"/>
  </p:notesMasterIdLst>
  <p:handoutMasterIdLst>
    <p:handoutMasterId r:id="rId17"/>
  </p:handoutMasterIdLst>
  <p:sldIdLst>
    <p:sldId id="256" r:id="rId3"/>
    <p:sldId id="265" r:id="rId4"/>
    <p:sldId id="266" r:id="rId5"/>
    <p:sldId id="267" r:id="rId6"/>
    <p:sldId id="279" r:id="rId7"/>
    <p:sldId id="280" r:id="rId8"/>
    <p:sldId id="284" r:id="rId9"/>
    <p:sldId id="285" r:id="rId10"/>
    <p:sldId id="286" r:id="rId11"/>
    <p:sldId id="287" r:id="rId12"/>
    <p:sldId id="276" r:id="rId13"/>
    <p:sldId id="278" r:id="rId14"/>
    <p:sldId id="282" r:id="rId15"/>
  </p:sldIdLst>
  <p:sldSz cx="9144000" cy="6858000" type="screen4x3"/>
  <p:notesSz cx="6904038" cy="9220200"/>
  <p:defaultTextStyle>
    <a:defPPr>
      <a:defRPr lang="en-US"/>
    </a:defPPr>
    <a:lvl1pPr algn="l" rtl="0" fontAlgn="base">
      <a:spcBef>
        <a:spcPct val="0"/>
      </a:spcBef>
      <a:spcAft>
        <a:spcPct val="0"/>
      </a:spcAft>
      <a:defRPr sz="1000" b="1" kern="1200">
        <a:solidFill>
          <a:schemeClr val="tx1"/>
        </a:solidFill>
        <a:latin typeface="CG Times" charset="0"/>
        <a:ea typeface="MS PGothic" pitchFamily="34" charset="-128"/>
        <a:cs typeface="+mn-cs"/>
      </a:defRPr>
    </a:lvl1pPr>
    <a:lvl2pPr marL="457200" algn="l" rtl="0" fontAlgn="base">
      <a:spcBef>
        <a:spcPct val="0"/>
      </a:spcBef>
      <a:spcAft>
        <a:spcPct val="0"/>
      </a:spcAft>
      <a:defRPr sz="1000" b="1" kern="1200">
        <a:solidFill>
          <a:schemeClr val="tx1"/>
        </a:solidFill>
        <a:latin typeface="CG Times" charset="0"/>
        <a:ea typeface="MS PGothic" pitchFamily="34" charset="-128"/>
        <a:cs typeface="+mn-cs"/>
      </a:defRPr>
    </a:lvl2pPr>
    <a:lvl3pPr marL="914400" algn="l" rtl="0" fontAlgn="base">
      <a:spcBef>
        <a:spcPct val="0"/>
      </a:spcBef>
      <a:spcAft>
        <a:spcPct val="0"/>
      </a:spcAft>
      <a:defRPr sz="1000" b="1" kern="1200">
        <a:solidFill>
          <a:schemeClr val="tx1"/>
        </a:solidFill>
        <a:latin typeface="CG Times" charset="0"/>
        <a:ea typeface="MS PGothic" pitchFamily="34" charset="-128"/>
        <a:cs typeface="+mn-cs"/>
      </a:defRPr>
    </a:lvl3pPr>
    <a:lvl4pPr marL="1371600" algn="l" rtl="0" fontAlgn="base">
      <a:spcBef>
        <a:spcPct val="0"/>
      </a:spcBef>
      <a:spcAft>
        <a:spcPct val="0"/>
      </a:spcAft>
      <a:defRPr sz="1000" b="1" kern="1200">
        <a:solidFill>
          <a:schemeClr val="tx1"/>
        </a:solidFill>
        <a:latin typeface="CG Times" charset="0"/>
        <a:ea typeface="MS PGothic" pitchFamily="34" charset="-128"/>
        <a:cs typeface="+mn-cs"/>
      </a:defRPr>
    </a:lvl4pPr>
    <a:lvl5pPr marL="1828800" algn="l" rtl="0" fontAlgn="base">
      <a:spcBef>
        <a:spcPct val="0"/>
      </a:spcBef>
      <a:spcAft>
        <a:spcPct val="0"/>
      </a:spcAft>
      <a:defRPr sz="1000" b="1" kern="1200">
        <a:solidFill>
          <a:schemeClr val="tx1"/>
        </a:solidFill>
        <a:latin typeface="CG Times" charset="0"/>
        <a:ea typeface="MS PGothic" pitchFamily="34" charset="-128"/>
        <a:cs typeface="+mn-cs"/>
      </a:defRPr>
    </a:lvl5pPr>
    <a:lvl6pPr marL="2286000" algn="l" defTabSz="914400" rtl="0" eaLnBrk="1" latinLnBrk="0" hangingPunct="1">
      <a:defRPr sz="1000" b="1" kern="1200">
        <a:solidFill>
          <a:schemeClr val="tx1"/>
        </a:solidFill>
        <a:latin typeface="CG Times" charset="0"/>
        <a:ea typeface="MS PGothic" pitchFamily="34" charset="-128"/>
        <a:cs typeface="+mn-cs"/>
      </a:defRPr>
    </a:lvl6pPr>
    <a:lvl7pPr marL="2743200" algn="l" defTabSz="914400" rtl="0" eaLnBrk="1" latinLnBrk="0" hangingPunct="1">
      <a:defRPr sz="1000" b="1" kern="1200">
        <a:solidFill>
          <a:schemeClr val="tx1"/>
        </a:solidFill>
        <a:latin typeface="CG Times" charset="0"/>
        <a:ea typeface="MS PGothic" pitchFamily="34" charset="-128"/>
        <a:cs typeface="+mn-cs"/>
      </a:defRPr>
    </a:lvl7pPr>
    <a:lvl8pPr marL="3200400" algn="l" defTabSz="914400" rtl="0" eaLnBrk="1" latinLnBrk="0" hangingPunct="1">
      <a:defRPr sz="1000" b="1" kern="1200">
        <a:solidFill>
          <a:schemeClr val="tx1"/>
        </a:solidFill>
        <a:latin typeface="CG Times" charset="0"/>
        <a:ea typeface="MS PGothic" pitchFamily="34" charset="-128"/>
        <a:cs typeface="+mn-cs"/>
      </a:defRPr>
    </a:lvl8pPr>
    <a:lvl9pPr marL="3657600" algn="l" defTabSz="914400" rtl="0" eaLnBrk="1" latinLnBrk="0" hangingPunct="1">
      <a:defRPr sz="1000" b="1" kern="1200">
        <a:solidFill>
          <a:schemeClr val="tx1"/>
        </a:solidFill>
        <a:latin typeface="CG Times" charset="0"/>
        <a:ea typeface="MS PGothic" pitchFamily="34" charset="-128"/>
        <a:cs typeface="+mn-cs"/>
      </a:defRPr>
    </a:lvl9pPr>
  </p:defaultTextStyle>
  <p:extLst>
    <p:ext uri="{EFAFB233-063F-42B5-8137-9DF3F51BA10A}">
      <p15:sldGuideLst xmlns:p15="http://schemas.microsoft.com/office/powerpoint/2012/main">
        <p15:guide id="1" orient="horz" pos="1968">
          <p15:clr>
            <a:srgbClr val="A4A3A4"/>
          </p15:clr>
        </p15:guide>
        <p15:guide id="2" pos="43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FFFF"/>
    <a:srgbClr val="FF0000"/>
    <a:srgbClr val="006600"/>
    <a:srgbClr val="000066"/>
    <a:srgbClr val="FFFF99"/>
    <a:srgbClr val="969696"/>
    <a:srgbClr val="5C0909"/>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55" autoAdjust="0"/>
    <p:restoredTop sz="94671"/>
  </p:normalViewPr>
  <p:slideViewPr>
    <p:cSldViewPr showGuides="1">
      <p:cViewPr varScale="1">
        <p:scale>
          <a:sx n="91" d="100"/>
          <a:sy n="91" d="100"/>
        </p:scale>
        <p:origin x="1824" y="176"/>
      </p:cViewPr>
      <p:guideLst>
        <p:guide orient="horz" pos="1968"/>
        <p:guide pos="43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20" Type="http://schemas.openxmlformats.org/officeDocument/2006/relationships/theme" Target="theme/theme1.xml"/><Relationship Id="rId21" Type="http://schemas.openxmlformats.org/officeDocument/2006/relationships/tableStyles" Target="tableStyles.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pieChart>
        <c:varyColors val="1"/>
        <c:ser>
          <c:idx val="0"/>
          <c:order val="0"/>
          <c:dLbls>
            <c:dLbl>
              <c:idx val="0"/>
              <c:spPr/>
              <c:txPr>
                <a:bodyPr/>
                <a:lstStyle/>
                <a:p>
                  <a:pPr>
                    <a:defRPr sz="1400" baseline="0">
                      <a:solidFill>
                        <a:schemeClr val="bg1"/>
                      </a:solidFill>
                    </a:defRPr>
                  </a:pPr>
                  <a:endParaRPr lang="en-US"/>
                </a:p>
              </c:txPr>
              <c:showLegendKey val="0"/>
              <c:showVal val="1"/>
              <c:showCatName val="0"/>
              <c:showSerName val="0"/>
              <c:showPercent val="0"/>
              <c:showBubbleSize val="0"/>
            </c:dLbl>
            <c:dLbl>
              <c:idx val="1"/>
              <c:layout>
                <c:manualLayout>
                  <c:x val="0.108234470691164"/>
                  <c:y val="-0.141298118985127"/>
                </c:manualLayout>
              </c:layout>
              <c:spPr/>
              <c:txPr>
                <a:bodyPr/>
                <a:lstStyle/>
                <a:p>
                  <a:pPr>
                    <a:defRPr sz="1400" baseline="0">
                      <a:solidFill>
                        <a:schemeClr val="bg1"/>
                      </a:solidFill>
                    </a:defRPr>
                  </a:pPr>
                  <a:endParaRPr lang="en-US"/>
                </a:p>
              </c:txPr>
              <c:showLegendKey val="0"/>
              <c:showVal val="1"/>
              <c:showCatName val="0"/>
              <c:showSerName val="0"/>
              <c:showPercent val="0"/>
              <c:showBubbleSize val="0"/>
              <c:extLst>
                <c:ext xmlns:c15="http://schemas.microsoft.com/office/drawing/2012/chart" uri="{CE6537A1-D6FC-4f65-9D91-7224C49458BB}">
                  <c15:layout/>
                </c:ext>
              </c:extLst>
            </c:dLbl>
            <c:dLbl>
              <c:idx val="2"/>
              <c:spPr/>
              <c:txPr>
                <a:bodyPr/>
                <a:lstStyle/>
                <a:p>
                  <a:pPr>
                    <a:defRPr sz="1400" baseline="0">
                      <a:solidFill>
                        <a:schemeClr val="bg1"/>
                      </a:solidFill>
                    </a:defRPr>
                  </a:pPr>
                  <a:endParaRPr lang="en-US"/>
                </a:p>
              </c:txPr>
              <c:showLegendKey val="0"/>
              <c:showVal val="1"/>
              <c:showCatName val="0"/>
              <c:showSerName val="0"/>
              <c:showPercent val="0"/>
              <c:showBubbleSize val="0"/>
            </c:dLbl>
            <c:dLbl>
              <c:idx val="3"/>
              <c:spPr/>
              <c:txPr>
                <a:bodyPr/>
                <a:lstStyle/>
                <a:p>
                  <a:pPr>
                    <a:defRPr sz="1400" baseline="0">
                      <a:solidFill>
                        <a:schemeClr val="bg1"/>
                      </a:solidFill>
                    </a:defRPr>
                  </a:pPr>
                  <a:endParaRPr lang="en-US"/>
                </a:p>
              </c:txPr>
              <c:showLegendKey val="0"/>
              <c:showVal val="1"/>
              <c:showCatName val="0"/>
              <c:showSerName val="0"/>
              <c:showPercent val="0"/>
              <c:showBubbleSize val="0"/>
            </c:dLbl>
            <c:spPr>
              <a:noFill/>
              <a:ln>
                <a:noFill/>
              </a:ln>
              <a:effectLst/>
            </c:spPr>
            <c:txPr>
              <a:bodyPr/>
              <a:lstStyle/>
              <a:p>
                <a:pPr>
                  <a:defRPr sz="1400" baseline="0"/>
                </a:pPr>
                <a:endParaRPr lang="en-US"/>
              </a:p>
            </c:txPr>
            <c:showLegendKey val="0"/>
            <c:showVal val="1"/>
            <c:showCatName val="0"/>
            <c:showSerName val="0"/>
            <c:showPercent val="0"/>
            <c:showBubbleSize val="0"/>
            <c:showLeaderLines val="1"/>
            <c:extLst>
              <c:ext xmlns:c15="http://schemas.microsoft.com/office/drawing/2012/chart" uri="{CE6537A1-D6FC-4f65-9D91-7224C49458BB}">
                <c15:layout/>
              </c:ext>
            </c:extLst>
          </c:dLbls>
          <c:cat>
            <c:strRef>
              <c:f>Sheet1!$A$2:$A$7</c:f>
              <c:strCache>
                <c:ptCount val="6"/>
                <c:pt idx="0">
                  <c:v>Europe</c:v>
                </c:pt>
                <c:pt idx="1">
                  <c:v>N. America</c:v>
                </c:pt>
                <c:pt idx="2">
                  <c:v>Asia / Pacific</c:v>
                </c:pt>
                <c:pt idx="3">
                  <c:v>Middle East</c:v>
                </c:pt>
                <c:pt idx="4">
                  <c:v>Africa</c:v>
                </c:pt>
                <c:pt idx="5">
                  <c:v>S. America</c:v>
                </c:pt>
              </c:strCache>
            </c:strRef>
          </c:cat>
          <c:val>
            <c:numRef>
              <c:f>Sheet1!$B$2:$B$7</c:f>
              <c:numCache>
                <c:formatCode>General</c:formatCode>
                <c:ptCount val="6"/>
                <c:pt idx="0">
                  <c:v>208.0</c:v>
                </c:pt>
                <c:pt idx="1">
                  <c:v>189.0</c:v>
                </c:pt>
                <c:pt idx="2">
                  <c:v>85.0</c:v>
                </c:pt>
                <c:pt idx="3">
                  <c:v>32.0</c:v>
                </c:pt>
                <c:pt idx="4">
                  <c:v>6.0</c:v>
                </c:pt>
                <c:pt idx="5">
                  <c:v>2.0</c:v>
                </c:pt>
              </c:numCache>
            </c:numRef>
          </c:val>
        </c:ser>
        <c:dLbls>
          <c:showLegendKey val="0"/>
          <c:showVal val="0"/>
          <c:showCatName val="0"/>
          <c:showSerName val="0"/>
          <c:showPercent val="0"/>
          <c:showBubbleSize val="0"/>
          <c:showLeaderLines val="1"/>
        </c:dLbls>
        <c:firstSliceAng val="0"/>
      </c:pieChart>
    </c:plotArea>
    <c:legend>
      <c:legendPos val="r"/>
      <c:layout>
        <c:manualLayout>
          <c:xMode val="edge"/>
          <c:yMode val="edge"/>
          <c:x val="0.638644699928941"/>
          <c:y val="0.220113260298984"/>
          <c:w val="0.21738033919469"/>
          <c:h val="0.490932899691886"/>
        </c:manualLayout>
      </c:layout>
      <c:overlay val="0"/>
      <c:txPr>
        <a:bodyPr/>
        <a:lstStyle/>
        <a:p>
          <a:pPr>
            <a:defRPr sz="1600"/>
          </a:pPr>
          <a:endParaRPr lang="en-US"/>
        </a:p>
      </c:txPr>
    </c:legend>
    <c:plotVisOnly val="1"/>
    <c:dispBlanksAs val="gap"/>
    <c:showDLblsOverMax val="0"/>
  </c:chart>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4722" name="Rectangle 2"/>
          <p:cNvSpPr>
            <a:spLocks noGrp="1" noChangeArrowheads="1"/>
          </p:cNvSpPr>
          <p:nvPr>
            <p:ph type="hdr" sz="quarter"/>
          </p:nvPr>
        </p:nvSpPr>
        <p:spPr bwMode="auto">
          <a:xfrm>
            <a:off x="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414723" name="Rectangle 3"/>
          <p:cNvSpPr>
            <a:spLocks noGrp="1" noChangeArrowheads="1"/>
          </p:cNvSpPr>
          <p:nvPr>
            <p:ph type="dt" sz="quarter" idx="1"/>
          </p:nvPr>
        </p:nvSpPr>
        <p:spPr bwMode="auto">
          <a:xfrm>
            <a:off x="391160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algn="r" defTabSz="920750" eaLnBrk="0" hangingPunct="0">
              <a:defRPr sz="1200">
                <a:latin typeface="Arial" charset="0"/>
                <a:ea typeface="+mn-ea"/>
                <a:cs typeface="+mn-cs"/>
              </a:defRPr>
            </a:lvl1pPr>
          </a:lstStyle>
          <a:p>
            <a:pPr>
              <a:defRPr/>
            </a:pPr>
            <a:endParaRPr lang="en-US"/>
          </a:p>
        </p:txBody>
      </p:sp>
      <p:sp>
        <p:nvSpPr>
          <p:cNvPr id="414724" name="Rectangle 4"/>
          <p:cNvSpPr>
            <a:spLocks noGrp="1" noChangeArrowheads="1"/>
          </p:cNvSpPr>
          <p:nvPr>
            <p:ph type="ftr" sz="quarter" idx="2"/>
          </p:nvPr>
        </p:nvSpPr>
        <p:spPr bwMode="auto">
          <a:xfrm>
            <a:off x="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414725" name="Rectangle 5"/>
          <p:cNvSpPr>
            <a:spLocks noGrp="1" noChangeArrowheads="1"/>
          </p:cNvSpPr>
          <p:nvPr>
            <p:ph type="sldNum" sz="quarter" idx="3"/>
          </p:nvPr>
        </p:nvSpPr>
        <p:spPr bwMode="auto">
          <a:xfrm>
            <a:off x="391160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algn="r" defTabSz="920750" eaLnBrk="0" hangingPunct="0">
              <a:defRPr sz="1200">
                <a:latin typeface="Arial" pitchFamily="34" charset="0"/>
              </a:defRPr>
            </a:lvl1pPr>
          </a:lstStyle>
          <a:p>
            <a:pPr>
              <a:defRPr/>
            </a:pPr>
            <a:fld id="{AA11377C-5D62-444C-A046-781F54E350EF}" type="slidenum">
              <a:rPr lang="en-US"/>
              <a:pPr>
                <a:defRPr/>
              </a:pPr>
              <a:t>‹#›</a:t>
            </a:fld>
            <a:endParaRPr lang="en-US"/>
          </a:p>
        </p:txBody>
      </p:sp>
    </p:spTree>
    <p:extLst>
      <p:ext uri="{BB962C8B-B14F-4D97-AF65-F5344CB8AC3E}">
        <p14:creationId xmlns:p14="http://schemas.microsoft.com/office/powerpoint/2010/main" val="35947132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91160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algn="r" defTabSz="920750" eaLnBrk="0" hangingPunct="0">
              <a:defRPr sz="1200">
                <a:latin typeface="Arial" charset="0"/>
                <a:ea typeface="+mn-ea"/>
                <a:cs typeface="+mn-cs"/>
              </a:defRPr>
            </a:lvl1pPr>
          </a:lstStyle>
          <a:p>
            <a:pPr>
              <a:defRPr/>
            </a:pPr>
            <a:endParaRPr lang="en-US"/>
          </a:p>
        </p:txBody>
      </p:sp>
      <p:sp>
        <p:nvSpPr>
          <p:cNvPr id="22532" name="Rectangle 4"/>
          <p:cNvSpPr>
            <a:spLocks noGrp="1" noRot="1" noChangeAspect="1" noChangeArrowheads="1" noTextEdit="1"/>
          </p:cNvSpPr>
          <p:nvPr>
            <p:ph type="sldImg" idx="2"/>
          </p:nvPr>
        </p:nvSpPr>
        <p:spPr bwMode="auto">
          <a:xfrm>
            <a:off x="1147763" y="692150"/>
            <a:ext cx="4610100" cy="3457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920750" y="4379913"/>
            <a:ext cx="5062538" cy="4148137"/>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p>
            <a:pPr lvl="0"/>
            <a:r>
              <a:rPr lang="en-US" noProof="0" smtClean="0"/>
              <a:t>Click to edit Master text styles</a:t>
            </a:r>
          </a:p>
          <a:p>
            <a:pPr lvl="0"/>
            <a:r>
              <a:rPr lang="en-US" noProof="0" smtClean="0"/>
              <a:t>Second level</a:t>
            </a:r>
          </a:p>
          <a:p>
            <a:pPr lvl="0"/>
            <a:r>
              <a:rPr lang="en-US" noProof="0" smtClean="0"/>
              <a:t>Third level</a:t>
            </a:r>
          </a:p>
          <a:p>
            <a:pPr lvl="0"/>
            <a:r>
              <a:rPr lang="en-US" noProof="0" smtClean="0"/>
              <a:t>Fourth level</a:t>
            </a:r>
          </a:p>
          <a:p>
            <a:pPr lvl="0"/>
            <a:r>
              <a:rPr lang="en-US" noProof="0" smtClean="0"/>
              <a:t>Fifth level</a:t>
            </a:r>
          </a:p>
        </p:txBody>
      </p:sp>
      <p:sp>
        <p:nvSpPr>
          <p:cNvPr id="5126" name="Rectangle 6"/>
          <p:cNvSpPr>
            <a:spLocks noGrp="1" noChangeArrowheads="1"/>
          </p:cNvSpPr>
          <p:nvPr>
            <p:ph type="ftr" sz="quarter" idx="4"/>
          </p:nvPr>
        </p:nvSpPr>
        <p:spPr bwMode="auto">
          <a:xfrm>
            <a:off x="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91160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algn="r" defTabSz="920750" eaLnBrk="0" hangingPunct="0">
              <a:defRPr sz="1200">
                <a:latin typeface="Arial" pitchFamily="34" charset="0"/>
              </a:defRPr>
            </a:lvl1pPr>
          </a:lstStyle>
          <a:p>
            <a:pPr>
              <a:defRPr/>
            </a:pPr>
            <a:fld id="{A46F33C5-2FE3-480B-944B-ED02EA43F960}" type="slidenum">
              <a:rPr lang="en-US"/>
              <a:pPr>
                <a:defRPr/>
              </a:pPr>
              <a:t>‹#›</a:t>
            </a:fld>
            <a:endParaRPr lang="en-US"/>
          </a:p>
        </p:txBody>
      </p:sp>
    </p:spTree>
    <p:extLst>
      <p:ext uri="{BB962C8B-B14F-4D97-AF65-F5344CB8AC3E}">
        <p14:creationId xmlns:p14="http://schemas.microsoft.com/office/powerpoint/2010/main" val="20849349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742950" indent="-285750"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1143000" indent="-228600"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600200" indent="-228600"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2057400" indent="-228600"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latin typeface="NewBaskerville-Roman"/>
              </a:rPr>
              <a:t>Prevents a single, self-interested party from controlling a standard</a:t>
            </a:r>
          </a:p>
          <a:p>
            <a:pPr lvl="3"/>
            <a:endParaRPr lang="en-US" smtClean="0">
              <a:latin typeface="NewBaskerville-Roman"/>
            </a:endParaRPr>
          </a:p>
          <a:p>
            <a:r>
              <a:rPr lang="en-US" smtClean="0">
                <a:latin typeface="NewBaskerville-Roman"/>
              </a:rPr>
              <a:t>Facilitates competition by lowering the cost of entry</a:t>
            </a:r>
          </a:p>
          <a:p>
            <a:pPr lvl="1"/>
            <a:endParaRPr lang="en-US" smtClean="0">
              <a:latin typeface="NewBaskerville-Roman"/>
            </a:endParaRPr>
          </a:p>
          <a:p>
            <a:r>
              <a:rPr lang="en-US" smtClean="0">
                <a:latin typeface="NewBaskerville-Roman"/>
              </a:rPr>
              <a:t>Stimulates innovation beyond the standard by companies that seek to differentiate themselves. </a:t>
            </a:r>
          </a:p>
          <a:p>
            <a:pPr lvl="1"/>
            <a:endParaRPr lang="en-US" smtClean="0">
              <a:latin typeface="NewBaskerville-Roman"/>
            </a:endParaRPr>
          </a:p>
          <a:p>
            <a:r>
              <a:rPr lang="en-US" smtClean="0">
                <a:latin typeface="NewBaskerville-Roman"/>
              </a:rPr>
              <a:t>Customers value the interoperability that open standards provide and generally benefit from not being locked into a particular supplier.</a:t>
            </a:r>
          </a:p>
          <a:p>
            <a:endParaRPr lang="en-US" smtClean="0">
              <a:latin typeface="Arial" pitchFamily="34" charset="0"/>
            </a:endParaRPr>
          </a:p>
        </p:txBody>
      </p:sp>
      <p:sp>
        <p:nvSpPr>
          <p:cNvPr id="24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3CD67246-561D-49C0-B892-AB90AAFFD92F}" type="slidenum">
              <a:rPr lang="en-US" smtClean="0"/>
              <a:pPr eaLnBrk="1" hangingPunct="1"/>
              <a:t>2</a:t>
            </a:fld>
            <a:endParaRPr lang="en-US" smtClean="0"/>
          </a:p>
        </p:txBody>
      </p:sp>
    </p:spTree>
    <p:extLst>
      <p:ext uri="{BB962C8B-B14F-4D97-AF65-F5344CB8AC3E}">
        <p14:creationId xmlns:p14="http://schemas.microsoft.com/office/powerpoint/2010/main" val="187899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FEEBCC4E-3281-4868-A816-29908C3311B7}" type="slidenum">
              <a:rPr lang="en-US" smtClean="0"/>
              <a:pPr eaLnBrk="1" hangingPunct="1"/>
              <a:t>3</a:t>
            </a:fld>
            <a:endParaRPr lang="en-US" smtClean="0"/>
          </a:p>
        </p:txBody>
      </p:sp>
      <p:sp>
        <p:nvSpPr>
          <p:cNvPr id="23555" name="Rectangle 2"/>
          <p:cNvSpPr>
            <a:spLocks noGrp="1" noRot="1" noChangeAspect="1" noChangeArrowheads="1" noTextEdit="1"/>
          </p:cNvSpPr>
          <p:nvPr>
            <p:ph type="sldImg"/>
          </p:nvPr>
        </p:nvSpPr>
        <p:spPr>
          <a:solidFill>
            <a:srgbClr val="FFFFFF"/>
          </a:solidFill>
          <a:ln/>
        </p:spPr>
      </p:sp>
      <p:sp>
        <p:nvSpPr>
          <p:cNvPr id="23556" name="Rectangle 3"/>
          <p:cNvSpPr>
            <a:spLocks noGrp="1" noChangeArrowheads="1"/>
          </p:cNvSpPr>
          <p:nvPr>
            <p:ph type="body" idx="1"/>
          </p:nvPr>
        </p:nvSpPr>
        <p:spPr>
          <a:solidFill>
            <a:srgbClr val="FFFFFF"/>
          </a:solidFill>
          <a:ln>
            <a:solidFill>
              <a:srgbClr val="000000"/>
            </a:solidFill>
          </a:ln>
        </p:spPr>
        <p:txBody>
          <a:bodyPr lIns="91432" tIns="45716" rIns="91432" bIns="45716"/>
          <a:lstStyle/>
          <a:p>
            <a:r>
              <a:rPr lang="en-US" smtClean="0">
                <a:latin typeface="Arial" pitchFamily="34" charset="0"/>
              </a:rPr>
              <a:t>The </a:t>
            </a:r>
            <a:r>
              <a:rPr lang="en-US" smtClean="0">
                <a:latin typeface="Arial" pitchFamily="34" charset="0"/>
                <a:cs typeface="Times New Roman" pitchFamily="18" charset="0"/>
              </a:rPr>
              <a:t>OGC is a not for profit consortium dedicated to the development of specifications that enable geospatial technologies to “plug and play” across any device, platform or network. </a:t>
            </a:r>
            <a:r>
              <a:rPr lang="en-US" smtClean="0">
                <a:latin typeface="Palatino Linotype" pitchFamily="18" charset="0"/>
                <a:cs typeface="Times New Roman" pitchFamily="18" charset="0"/>
              </a:rPr>
              <a:t>The OGC consists of 380+ members - geospatial technology software vendors, systems integrators, government agencies and universities  - participating in a consensus process to develop, test, and document publicly available interface specifications and encodings for the geospatial industry. Open interfaces and protocols defined by OpenGIS® Specifications are designed to support interoperable solutions that "geo-enable" the Web, wireless and location-based services, and mainstream IT, and to empower technology developers to make complex spatial information and services accessible and useful to all kinds of applications.</a:t>
            </a:r>
          </a:p>
          <a:p>
            <a:endParaRPr lang="en-US" smtClean="0">
              <a:latin typeface="Arial" pitchFamily="34" charset="0"/>
            </a:endParaRPr>
          </a:p>
        </p:txBody>
      </p:sp>
    </p:spTree>
    <p:extLst>
      <p:ext uri="{BB962C8B-B14F-4D97-AF65-F5344CB8AC3E}">
        <p14:creationId xmlns:p14="http://schemas.microsoft.com/office/powerpoint/2010/main" val="1537918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93CC68FD-3D5C-4AE8-81C2-0029F30F0D8F}" type="slidenum">
              <a:rPr lang="en-US" smtClean="0">
                <a:ea typeface="ＭＳ Ｐゴシック" pitchFamily="-65" charset="-128"/>
              </a:rPr>
              <a:pPr/>
              <a:t>4</a:t>
            </a:fld>
            <a:endParaRPr lang="en-US" dirty="0" smtClean="0">
              <a:ea typeface="ＭＳ Ｐゴシック" pitchFamily="-65" charset="-128"/>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dirty="0" smtClean="0">
              <a:latin typeface="Arial" pitchFamily="34" charset="0"/>
              <a:cs typeface="Arial" pitchFamily="34" charset="0"/>
            </a:endParaRPr>
          </a:p>
        </p:txBody>
      </p:sp>
    </p:spTree>
    <p:extLst>
      <p:ext uri="{BB962C8B-B14F-4D97-AF65-F5344CB8AC3E}">
        <p14:creationId xmlns:p14="http://schemas.microsoft.com/office/powerpoint/2010/main" val="344804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5BF34E-EC98-9B47-9F80-6D1F00B1C152}" type="slidenum">
              <a:rPr lang="en-US" smtClean="0"/>
              <a:pPr/>
              <a:t>8</a:t>
            </a:fld>
            <a:endParaRPr lang="en-US"/>
          </a:p>
        </p:txBody>
      </p:sp>
    </p:spTree>
    <p:extLst>
      <p:ext uri="{BB962C8B-B14F-4D97-AF65-F5344CB8AC3E}">
        <p14:creationId xmlns:p14="http://schemas.microsoft.com/office/powerpoint/2010/main" val="684275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6E9A220-0DFC-4683-8829-77C89720CA4A}" type="slidenum">
              <a:rPr lang="en-US" smtClean="0"/>
              <a:pPr>
                <a:defRPr/>
              </a:pPr>
              <a:t>12</a:t>
            </a:fld>
            <a:endParaRPr lang="en-US" dirty="0"/>
          </a:p>
        </p:txBody>
      </p:sp>
    </p:spTree>
    <p:extLst>
      <p:ext uri="{BB962C8B-B14F-4D97-AF65-F5344CB8AC3E}">
        <p14:creationId xmlns:p14="http://schemas.microsoft.com/office/powerpoint/2010/main" val="1127516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18"/>
          <p:cNvSpPr txBox="1">
            <a:spLocks noChangeArrowheads="1"/>
          </p:cNvSpPr>
          <p:nvPr/>
        </p:nvSpPr>
        <p:spPr bwMode="auto">
          <a:xfrm>
            <a:off x="8739188" y="214313"/>
            <a:ext cx="7461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med" len="lg"/>
                <a:tailEnd/>
              </a14:hiddenLine>
            </a:ext>
          </a:extLst>
        </p:spPr>
        <p:txBody>
          <a:bodyPr wrap="none" lIns="0" rIns="0">
            <a:spAutoFit/>
          </a:bodyPr>
          <a:lstStyle>
            <a:lvl1pPr eaLnBrk="0" hangingPunct="0">
              <a:defRPr sz="1000" b="1">
                <a:solidFill>
                  <a:schemeClr val="tx1"/>
                </a:solidFill>
                <a:latin typeface="CG Times" charset="0"/>
                <a:ea typeface="MS PGothic" pitchFamily="34" charset="-128"/>
              </a:defRPr>
            </a:lvl1pPr>
            <a:lvl2pPr marL="742950" indent="-285750" eaLnBrk="0" hangingPunct="0">
              <a:defRPr sz="1000" b="1">
                <a:solidFill>
                  <a:schemeClr val="tx1"/>
                </a:solidFill>
                <a:latin typeface="CG Times" charset="0"/>
                <a:ea typeface="MS PGothic" pitchFamily="34" charset="-128"/>
              </a:defRPr>
            </a:lvl2pPr>
            <a:lvl3pPr marL="1143000" indent="-228600" eaLnBrk="0" hangingPunct="0">
              <a:defRPr sz="1000" b="1">
                <a:solidFill>
                  <a:schemeClr val="tx1"/>
                </a:solidFill>
                <a:latin typeface="CG Times" charset="0"/>
                <a:ea typeface="MS PGothic" pitchFamily="34" charset="-128"/>
              </a:defRPr>
            </a:lvl3pPr>
            <a:lvl4pPr marL="1600200" indent="-228600" eaLnBrk="0" hangingPunct="0">
              <a:defRPr sz="1000" b="1">
                <a:solidFill>
                  <a:schemeClr val="tx1"/>
                </a:solidFill>
                <a:latin typeface="CG Times" charset="0"/>
                <a:ea typeface="MS PGothic" pitchFamily="34" charset="-128"/>
              </a:defRPr>
            </a:lvl4pPr>
            <a:lvl5pPr marL="2057400" indent="-228600" eaLnBrk="0" hangingPunct="0">
              <a:defRPr sz="1000" b="1">
                <a:solidFill>
                  <a:schemeClr val="tx1"/>
                </a:solidFill>
                <a:latin typeface="CG Times" charset="0"/>
                <a:ea typeface="MS PGothic" pitchFamily="34" charset="-128"/>
              </a:defRPr>
            </a:lvl5pPr>
            <a:lvl6pPr marL="2514600" indent="-228600" eaLnBrk="0" fontAlgn="base" hangingPunct="0">
              <a:spcBef>
                <a:spcPct val="0"/>
              </a:spcBef>
              <a:spcAft>
                <a:spcPct val="0"/>
              </a:spcAft>
              <a:defRPr sz="1000" b="1">
                <a:solidFill>
                  <a:schemeClr val="tx1"/>
                </a:solidFill>
                <a:latin typeface="CG Times" charset="0"/>
                <a:ea typeface="MS PGothic" pitchFamily="34" charset="-128"/>
              </a:defRPr>
            </a:lvl6pPr>
            <a:lvl7pPr marL="2971800" indent="-228600" eaLnBrk="0" fontAlgn="base" hangingPunct="0">
              <a:spcBef>
                <a:spcPct val="0"/>
              </a:spcBef>
              <a:spcAft>
                <a:spcPct val="0"/>
              </a:spcAft>
              <a:defRPr sz="1000" b="1">
                <a:solidFill>
                  <a:schemeClr val="tx1"/>
                </a:solidFill>
                <a:latin typeface="CG Times" charset="0"/>
                <a:ea typeface="MS PGothic" pitchFamily="34" charset="-128"/>
              </a:defRPr>
            </a:lvl7pPr>
            <a:lvl8pPr marL="3429000" indent="-228600" eaLnBrk="0" fontAlgn="base" hangingPunct="0">
              <a:spcBef>
                <a:spcPct val="0"/>
              </a:spcBef>
              <a:spcAft>
                <a:spcPct val="0"/>
              </a:spcAft>
              <a:defRPr sz="1000" b="1">
                <a:solidFill>
                  <a:schemeClr val="tx1"/>
                </a:solidFill>
                <a:latin typeface="CG Times" charset="0"/>
                <a:ea typeface="MS PGothic" pitchFamily="34" charset="-128"/>
              </a:defRPr>
            </a:lvl8pPr>
            <a:lvl9pPr marL="3886200" indent="-228600" eaLnBrk="0" fontAlgn="base" hangingPunct="0">
              <a:spcBef>
                <a:spcPct val="0"/>
              </a:spcBef>
              <a:spcAft>
                <a:spcPct val="0"/>
              </a:spcAft>
              <a:defRPr sz="1000" b="1">
                <a:solidFill>
                  <a:schemeClr val="tx1"/>
                </a:solidFill>
                <a:latin typeface="CG Times" charset="0"/>
                <a:ea typeface="MS PGothic" pitchFamily="34" charset="-128"/>
              </a:defRPr>
            </a:lvl9pPr>
          </a:lstStyle>
          <a:p>
            <a:pPr>
              <a:defRPr/>
            </a:pPr>
            <a:r>
              <a:rPr lang="en-US" sz="800" smtClean="0">
                <a:solidFill>
                  <a:srgbClr val="FFFFFF"/>
                </a:solidFill>
                <a:latin typeface="Arial" pitchFamily="34" charset="0"/>
              </a:rPr>
              <a:t>®</a:t>
            </a:r>
          </a:p>
        </p:txBody>
      </p:sp>
      <p:pic>
        <p:nvPicPr>
          <p:cNvPr id="5" name="Picture 10" descr="OGC header 20101220.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1" descr="Picture 7.pn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81000" y="6096000"/>
            <a:ext cx="13811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3875" name="Rectangle 3"/>
          <p:cNvSpPr>
            <a:spLocks noGrp="1" noChangeArrowheads="1"/>
          </p:cNvSpPr>
          <p:nvPr>
            <p:ph type="ctrTitle"/>
          </p:nvPr>
        </p:nvSpPr>
        <p:spPr>
          <a:xfrm>
            <a:off x="762000" y="3276600"/>
            <a:ext cx="7772400" cy="1143000"/>
          </a:xfrm>
        </p:spPr>
        <p:txBody>
          <a:bodyPr/>
          <a:lstStyle>
            <a:lvl1pPr>
              <a:defRPr sz="3200">
                <a:latin typeface="Arial Black" pitchFamily="34" charset="0"/>
              </a:defRPr>
            </a:lvl1pPr>
          </a:lstStyle>
          <a:p>
            <a:r>
              <a:rPr lang="en-US" dirty="0" smtClean="0"/>
              <a:t>Click to edit Master title style</a:t>
            </a:r>
            <a:endParaRPr lang="en-US" dirty="0"/>
          </a:p>
        </p:txBody>
      </p:sp>
      <p:sp>
        <p:nvSpPr>
          <p:cNvPr id="463876" name="Rectangle 4"/>
          <p:cNvSpPr>
            <a:spLocks noGrp="1" noChangeArrowheads="1"/>
          </p:cNvSpPr>
          <p:nvPr>
            <p:ph type="subTitle" idx="1"/>
          </p:nvPr>
        </p:nvSpPr>
        <p:spPr>
          <a:xfrm>
            <a:off x="1447800" y="4572000"/>
            <a:ext cx="6400800" cy="1371600"/>
          </a:xfrm>
        </p:spPr>
        <p:txBody>
          <a:bodyPr/>
          <a:lstStyle>
            <a:lvl1pPr marL="0" indent="0" algn="ctr">
              <a:buFontTx/>
              <a:buNone/>
              <a:defRPr sz="1800">
                <a:solidFill>
                  <a:srgbClr val="092E5C"/>
                </a:solidFill>
              </a:defRPr>
            </a:lvl1pPr>
          </a:lstStyle>
          <a:p>
            <a:r>
              <a:rPr lang="en-US" dirty="0" smtClean="0"/>
              <a:t>Click to edit Master subtitle style</a:t>
            </a:r>
            <a:endParaRPr lang="en-US" dirty="0"/>
          </a:p>
        </p:txBody>
      </p:sp>
      <p:sp>
        <p:nvSpPr>
          <p:cNvPr id="9" name="Rectangle 2"/>
          <p:cNvSpPr>
            <a:spLocks noGrp="1" noChangeArrowheads="1"/>
          </p:cNvSpPr>
          <p:nvPr>
            <p:ph type="ftr" sz="quarter" idx="10"/>
          </p:nvPr>
        </p:nvSpPr>
        <p:spPr>
          <a:xfrm>
            <a:off x="3009900" y="6400800"/>
            <a:ext cx="3276600" cy="304800"/>
          </a:xfrm>
        </p:spPr>
        <p:txBody>
          <a:bodyPr/>
          <a:lstStyle>
            <a:lvl1pPr>
              <a:defRPr>
                <a:effectLst>
                  <a:outerShdw blurRad="38100" dist="38100" dir="2700000" algn="tl">
                    <a:srgbClr val="C0C0C0"/>
                  </a:outerShdw>
                </a:effectLst>
              </a:defRPr>
            </a:lvl1pPr>
          </a:lstStyle>
          <a:p>
            <a:pPr>
              <a:defRPr/>
            </a:pPr>
            <a:r>
              <a:rPr lang="en-US"/>
              <a:t>Copyright © 2013 Open Geospatial Consortium</a:t>
            </a:r>
          </a:p>
        </p:txBody>
      </p:sp>
    </p:spTree>
    <p:extLst>
      <p:ext uri="{BB962C8B-B14F-4D97-AF65-F5344CB8AC3E}">
        <p14:creationId xmlns:p14="http://schemas.microsoft.com/office/powerpoint/2010/main" val="498950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75543A99-9B82-4142-837B-BC5E3156BCF6}" type="slidenum">
              <a:rPr lang="en-US"/>
              <a:pPr>
                <a:defRPr/>
              </a:pPr>
              <a:t>‹#›</a:t>
            </a:fld>
            <a:endParaRPr lang="en-US"/>
          </a:p>
        </p:txBody>
      </p:sp>
    </p:spTree>
    <p:extLst>
      <p:ext uri="{BB962C8B-B14F-4D97-AF65-F5344CB8AC3E}">
        <p14:creationId xmlns:p14="http://schemas.microsoft.com/office/powerpoint/2010/main" val="2821180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709425BA-91E2-46F7-AEEE-A39573C29B1C}" type="slidenum">
              <a:rPr lang="en-US"/>
              <a:pPr>
                <a:defRPr/>
              </a:pPr>
              <a:t>‹#›</a:t>
            </a:fld>
            <a:endParaRPr lang="en-US"/>
          </a:p>
        </p:txBody>
      </p:sp>
    </p:spTree>
    <p:extLst>
      <p:ext uri="{BB962C8B-B14F-4D97-AF65-F5344CB8AC3E}">
        <p14:creationId xmlns:p14="http://schemas.microsoft.com/office/powerpoint/2010/main" val="208504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460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513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24F817A6-EEBA-46F5-968A-05B70156361D}" type="slidenum">
              <a:rPr lang="en-US"/>
              <a:pPr>
                <a:defRPr/>
              </a:pPr>
              <a:t>‹#›</a:t>
            </a:fld>
            <a:endParaRPr lang="en-US"/>
          </a:p>
        </p:txBody>
      </p:sp>
    </p:spTree>
    <p:extLst>
      <p:ext uri="{BB962C8B-B14F-4D97-AF65-F5344CB8AC3E}">
        <p14:creationId xmlns:p14="http://schemas.microsoft.com/office/powerpoint/2010/main" val="264149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8" name="Rectangle 6"/>
          <p:cNvSpPr>
            <a:spLocks noGrp="1" noChangeArrowheads="1"/>
          </p:cNvSpPr>
          <p:nvPr>
            <p:ph type="sldNum" sz="quarter" idx="11"/>
          </p:nvPr>
        </p:nvSpPr>
        <p:spPr>
          <a:ln/>
        </p:spPr>
        <p:txBody>
          <a:bodyPr/>
          <a:lstStyle>
            <a:lvl1pPr>
              <a:defRPr/>
            </a:lvl1pPr>
          </a:lstStyle>
          <a:p>
            <a:pPr>
              <a:defRPr/>
            </a:pPr>
            <a:fld id="{1B5BF9BA-2C6B-411A-BCB9-303C89EB4677}" type="slidenum">
              <a:rPr lang="en-US"/>
              <a:pPr>
                <a:defRPr/>
              </a:pPr>
              <a:t>‹#›</a:t>
            </a:fld>
            <a:endParaRPr lang="en-US"/>
          </a:p>
        </p:txBody>
      </p:sp>
    </p:spTree>
    <p:extLst>
      <p:ext uri="{BB962C8B-B14F-4D97-AF65-F5344CB8AC3E}">
        <p14:creationId xmlns:p14="http://schemas.microsoft.com/office/powerpoint/2010/main" val="2376852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4" name="Rectangle 6"/>
          <p:cNvSpPr>
            <a:spLocks noGrp="1" noChangeArrowheads="1"/>
          </p:cNvSpPr>
          <p:nvPr>
            <p:ph type="sldNum" sz="quarter" idx="11"/>
          </p:nvPr>
        </p:nvSpPr>
        <p:spPr>
          <a:ln/>
        </p:spPr>
        <p:txBody>
          <a:bodyPr/>
          <a:lstStyle>
            <a:lvl1pPr>
              <a:defRPr/>
            </a:lvl1pPr>
          </a:lstStyle>
          <a:p>
            <a:pPr>
              <a:defRPr/>
            </a:pPr>
            <a:fld id="{6BAE8E77-EC04-47F4-AEAA-E0275F502F35}" type="slidenum">
              <a:rPr lang="en-US"/>
              <a:pPr>
                <a:defRPr/>
              </a:pPr>
              <a:t>‹#›</a:t>
            </a:fld>
            <a:endParaRPr lang="en-US"/>
          </a:p>
        </p:txBody>
      </p:sp>
    </p:spTree>
    <p:extLst>
      <p:ext uri="{BB962C8B-B14F-4D97-AF65-F5344CB8AC3E}">
        <p14:creationId xmlns:p14="http://schemas.microsoft.com/office/powerpoint/2010/main" val="4014994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3" name="Rectangle 6"/>
          <p:cNvSpPr>
            <a:spLocks noGrp="1" noChangeArrowheads="1"/>
          </p:cNvSpPr>
          <p:nvPr>
            <p:ph type="sldNum" sz="quarter" idx="11"/>
          </p:nvPr>
        </p:nvSpPr>
        <p:spPr>
          <a:ln/>
        </p:spPr>
        <p:txBody>
          <a:bodyPr/>
          <a:lstStyle>
            <a:lvl1pPr>
              <a:defRPr/>
            </a:lvl1pPr>
          </a:lstStyle>
          <a:p>
            <a:pPr>
              <a:defRPr/>
            </a:pPr>
            <a:fld id="{782CB325-3C57-47EC-85DF-0954CE97AD03}" type="slidenum">
              <a:rPr lang="en-US"/>
              <a:pPr>
                <a:defRPr/>
              </a:pPr>
              <a:t>‹#›</a:t>
            </a:fld>
            <a:endParaRPr lang="en-US"/>
          </a:p>
        </p:txBody>
      </p:sp>
    </p:spTree>
    <p:extLst>
      <p:ext uri="{BB962C8B-B14F-4D97-AF65-F5344CB8AC3E}">
        <p14:creationId xmlns:p14="http://schemas.microsoft.com/office/powerpoint/2010/main" val="978648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CCF31F9F-E245-423F-AF1C-65DF7C89E2AA}" type="slidenum">
              <a:rPr lang="en-US"/>
              <a:pPr>
                <a:defRPr/>
              </a:pPr>
              <a:t>‹#›</a:t>
            </a:fld>
            <a:endParaRPr lang="en-US"/>
          </a:p>
        </p:txBody>
      </p:sp>
    </p:spTree>
    <p:extLst>
      <p:ext uri="{BB962C8B-B14F-4D97-AF65-F5344CB8AC3E}">
        <p14:creationId xmlns:p14="http://schemas.microsoft.com/office/powerpoint/2010/main" val="4267910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D3928215-179C-47E2-A399-BBA1D41872F5}" type="slidenum">
              <a:rPr lang="en-US"/>
              <a:pPr>
                <a:defRPr/>
              </a:pPr>
              <a:t>‹#›</a:t>
            </a:fld>
            <a:endParaRPr lang="en-US"/>
          </a:p>
        </p:txBody>
      </p:sp>
    </p:spTree>
    <p:extLst>
      <p:ext uri="{BB962C8B-B14F-4D97-AF65-F5344CB8AC3E}">
        <p14:creationId xmlns:p14="http://schemas.microsoft.com/office/powerpoint/2010/main" val="75437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4E549531-ED37-4B57-8005-7FF815EC5EAF}" type="slidenum">
              <a:rPr lang="en-US"/>
              <a:pPr>
                <a:defRPr/>
              </a:pPr>
              <a:t>‹#›</a:t>
            </a:fld>
            <a:endParaRPr lang="en-US"/>
          </a:p>
        </p:txBody>
      </p:sp>
    </p:spTree>
    <p:extLst>
      <p:ext uri="{BB962C8B-B14F-4D97-AF65-F5344CB8AC3E}">
        <p14:creationId xmlns:p14="http://schemas.microsoft.com/office/powerpoint/2010/main" val="852298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5288" y="136525"/>
            <a:ext cx="2170112" cy="60340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31775" y="136525"/>
            <a:ext cx="6361113" cy="60340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2013 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8D68ADE3-EFED-4183-A793-D63E94A17B93}" type="slidenum">
              <a:rPr lang="en-US"/>
              <a:pPr>
                <a:defRPr/>
              </a:pPr>
              <a:t>‹#›</a:t>
            </a:fld>
            <a:endParaRPr lang="en-US"/>
          </a:p>
        </p:txBody>
      </p:sp>
    </p:spTree>
    <p:extLst>
      <p:ext uri="{BB962C8B-B14F-4D97-AF65-F5344CB8AC3E}">
        <p14:creationId xmlns:p14="http://schemas.microsoft.com/office/powerpoint/2010/main" val="2948425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pic>
        <p:nvPicPr>
          <p:cNvPr id="38914" name="Picture 11" descr="wmo_ppt_2012.psd"/>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8915" name="Text Box 7"/>
          <p:cNvSpPr txBox="1">
            <a:spLocks noChangeArrowheads="1"/>
          </p:cNvSpPr>
          <p:nvPr/>
        </p:nvSpPr>
        <p:spPr bwMode="auto">
          <a:xfrm>
            <a:off x="468313" y="1341438"/>
            <a:ext cx="1079500" cy="366712"/>
          </a:xfrm>
          <a:prstGeom prst="rect">
            <a:avLst/>
          </a:prstGeom>
          <a:noFill/>
          <a:ln w="9525">
            <a:noFill/>
            <a:miter lim="800000"/>
            <a:headEnd/>
            <a:tailEnd/>
          </a:ln>
          <a:effectLst/>
        </p:spPr>
        <p:txBody>
          <a:bodyPr>
            <a:prstTxWarp prst="textNoShape">
              <a:avLst/>
            </a:prstTxWarp>
            <a:spAutoFit/>
          </a:bodyPr>
          <a:lstStyle/>
          <a:p>
            <a:pPr algn="ctr" eaLnBrk="0" hangingPunct="0">
              <a:spcBef>
                <a:spcPct val="50000"/>
              </a:spcBef>
            </a:pPr>
            <a:r>
              <a:rPr lang="en-US" sz="1800" b="0">
                <a:solidFill>
                  <a:srgbClr val="FFFFFF"/>
                </a:solidFill>
                <a:latin typeface="Arial Black" charset="0"/>
                <a:ea typeface=""/>
              </a:rPr>
              <a:t>WMO</a:t>
            </a:r>
          </a:p>
        </p:txBody>
      </p:sp>
      <p:sp>
        <p:nvSpPr>
          <p:cNvPr id="38916" name="Rectangle 3"/>
          <p:cNvSpPr>
            <a:spLocks noGrp="1" noChangeArrowheads="1"/>
          </p:cNvSpPr>
          <p:nvPr>
            <p:ph type="ctrTitle"/>
          </p:nvPr>
        </p:nvSpPr>
        <p:spPr>
          <a:xfrm>
            <a:off x="611188" y="3211513"/>
            <a:ext cx="7921625" cy="1730375"/>
          </a:xfrm>
        </p:spPr>
        <p:txBody>
          <a:bodyPr/>
          <a:lstStyle>
            <a:lvl1pPr algn="ctr">
              <a:defRPr sz="4000">
                <a:solidFill>
                  <a:schemeClr val="bg1"/>
                </a:solidFill>
              </a:defRPr>
            </a:lvl1pPr>
          </a:lstStyle>
          <a:p>
            <a:r>
              <a:rPr lang="en-US"/>
              <a:t>Click to edit Master title style</a:t>
            </a:r>
          </a:p>
        </p:txBody>
      </p:sp>
      <p:sp>
        <p:nvSpPr>
          <p:cNvPr id="38917" name="Rectangle 4"/>
          <p:cNvSpPr>
            <a:spLocks noGrp="1" noChangeArrowheads="1"/>
          </p:cNvSpPr>
          <p:nvPr>
            <p:ph type="subTitle" idx="1"/>
          </p:nvPr>
        </p:nvSpPr>
        <p:spPr>
          <a:xfrm>
            <a:off x="611188" y="5106988"/>
            <a:ext cx="7921625" cy="914400"/>
          </a:xfrm>
        </p:spPr>
        <p:txBody>
          <a:bodyPr/>
          <a:lstStyle>
            <a:lvl1pPr marL="0" indent="0" algn="ctr">
              <a:buFont typeface="Wingdings" charset="2"/>
              <a:buNone/>
              <a:defRPr>
                <a:solidFill>
                  <a:schemeClr val="bg1"/>
                </a:solidFill>
              </a:defRPr>
            </a:lvl1pPr>
          </a:lstStyle>
          <a:p>
            <a:r>
              <a:rPr lang="en-US"/>
              <a:t>Click to edit Master subtitle style</a:t>
            </a:r>
          </a:p>
        </p:txBody>
      </p:sp>
      <p:sp>
        <p:nvSpPr>
          <p:cNvPr id="11" name="Rectangle 6"/>
          <p:cNvSpPr>
            <a:spLocks noGrp="1" noChangeArrowheads="1"/>
          </p:cNvSpPr>
          <p:nvPr>
            <p:ph type="ftr" sz="quarter" idx="3"/>
          </p:nvPr>
        </p:nvSpPr>
        <p:spPr>
          <a:xfrm>
            <a:off x="2843213" y="6467475"/>
            <a:ext cx="2520950" cy="331788"/>
          </a:xfrm>
        </p:spPr>
        <p:txBody>
          <a:bodyPr/>
          <a:lstStyle>
            <a:lvl1pPr>
              <a:defRPr/>
            </a:lvl1pPr>
          </a:lstStyle>
          <a:p>
            <a:r>
              <a:rPr lang="en-US">
                <a:solidFill>
                  <a:srgbClr val="000000"/>
                </a:solidFill>
              </a:rPr>
              <a:t>test footer</a:t>
            </a:r>
          </a:p>
        </p:txBody>
      </p:sp>
      <p:sp>
        <p:nvSpPr>
          <p:cNvPr id="12" name="Rectangle 7"/>
          <p:cNvSpPr>
            <a:spLocks noGrp="1" noChangeArrowheads="1"/>
          </p:cNvSpPr>
          <p:nvPr>
            <p:ph type="sldNum" sz="quarter" idx="4"/>
          </p:nvPr>
        </p:nvSpPr>
        <p:spPr>
          <a:xfrm>
            <a:off x="5795963" y="6467475"/>
            <a:ext cx="1152525" cy="331788"/>
          </a:xfrm>
        </p:spPr>
        <p:txBody>
          <a:bodyPr/>
          <a:lstStyle>
            <a:lvl1pPr>
              <a:defRPr/>
            </a:lvl1pPr>
          </a:lstStyle>
          <a:p>
            <a:fld id="{03988176-642E-434C-9F92-5784E04D22AC}" type="slidenum">
              <a:rPr lang="en-US">
                <a:solidFill>
                  <a:srgbClr val="000000"/>
                </a:solidFill>
              </a:rPr>
              <a:pPr/>
              <a:t>‹#›</a:t>
            </a:fld>
            <a:endParaRPr lang="en-US">
              <a:solidFill>
                <a:srgbClr val="000000"/>
              </a:solidFill>
            </a:endParaRPr>
          </a:p>
        </p:txBody>
      </p:sp>
    </p:spTree>
  </p:cSld>
  <p:clrMapOvr>
    <a:masterClrMapping/>
  </p:clrMapOvr>
  <p:transition/>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1" descr="wmo_ppt_2012.psd"/>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5" name="Text Box 7"/>
          <p:cNvSpPr txBox="1">
            <a:spLocks noChangeArrowheads="1"/>
          </p:cNvSpPr>
          <p:nvPr/>
        </p:nvSpPr>
        <p:spPr bwMode="auto">
          <a:xfrm>
            <a:off x="468313" y="1341438"/>
            <a:ext cx="1079500" cy="366712"/>
          </a:xfrm>
          <a:prstGeom prst="rect">
            <a:avLst/>
          </a:prstGeom>
          <a:noFill/>
          <a:ln w="9525">
            <a:noFill/>
            <a:miter lim="800000"/>
            <a:headEnd/>
            <a:tailEnd/>
          </a:ln>
          <a:effectLst/>
        </p:spPr>
        <p:txBody>
          <a:bodyPr>
            <a:prstTxWarp prst="textNoShape">
              <a:avLst/>
            </a:prstTxWarp>
            <a:spAutoFit/>
          </a:bodyPr>
          <a:lstStyle/>
          <a:p>
            <a:pPr algn="ctr" eaLnBrk="0" hangingPunct="0">
              <a:spcBef>
                <a:spcPct val="50000"/>
              </a:spcBef>
            </a:pPr>
            <a:r>
              <a:rPr lang="en-US" sz="1800" b="0">
                <a:solidFill>
                  <a:srgbClr val="FFFFFF"/>
                </a:solidFill>
                <a:latin typeface="Arial Black" charset="0"/>
                <a:ea typeface=""/>
              </a:rPr>
              <a:t>WMO</a:t>
            </a:r>
          </a:p>
        </p:txBody>
      </p:sp>
      <p:sp>
        <p:nvSpPr>
          <p:cNvPr id="51203" name="Rectangle 3"/>
          <p:cNvSpPr>
            <a:spLocks noGrp="1" noChangeArrowheads="1"/>
          </p:cNvSpPr>
          <p:nvPr>
            <p:ph type="ctrTitle"/>
          </p:nvPr>
        </p:nvSpPr>
        <p:spPr>
          <a:xfrm>
            <a:off x="1908175" y="260350"/>
            <a:ext cx="6985000" cy="1470025"/>
          </a:xfrm>
        </p:spPr>
        <p:txBody>
          <a:bodyPr/>
          <a:lstStyle>
            <a:lvl1pPr>
              <a:defRPr sz="4000">
                <a:solidFill>
                  <a:schemeClr val="bg1"/>
                </a:solidFill>
              </a:defRPr>
            </a:lvl1pPr>
          </a:lstStyle>
          <a:p>
            <a:pPr lvl="0"/>
            <a:r>
              <a:rPr lang="en-GB" noProof="0" smtClean="0"/>
              <a:t>Click to edit Master title style</a:t>
            </a:r>
          </a:p>
        </p:txBody>
      </p:sp>
      <p:sp>
        <p:nvSpPr>
          <p:cNvPr id="51204" name="Rectangle 4"/>
          <p:cNvSpPr>
            <a:spLocks noGrp="1" noChangeArrowheads="1"/>
          </p:cNvSpPr>
          <p:nvPr>
            <p:ph type="subTitle" idx="1"/>
          </p:nvPr>
        </p:nvSpPr>
        <p:spPr>
          <a:xfrm>
            <a:off x="1908175" y="3405188"/>
            <a:ext cx="6985000" cy="1752600"/>
          </a:xfrm>
        </p:spPr>
        <p:txBody>
          <a:bodyPr/>
          <a:lstStyle>
            <a:lvl1pPr marL="0" indent="0">
              <a:defRPr>
                <a:solidFill>
                  <a:schemeClr val="bg1"/>
                </a:solidFill>
              </a:defRPr>
            </a:lvl1pPr>
          </a:lstStyle>
          <a:p>
            <a:pPr lvl="0"/>
            <a:r>
              <a:rPr lang="en-GB" noProof="0" smtClean="0"/>
              <a:t>Click to edit Master subtitle style</a:t>
            </a:r>
          </a:p>
        </p:txBody>
      </p:sp>
      <p:sp>
        <p:nvSpPr>
          <p:cNvPr id="6" name="Rectangle 6"/>
          <p:cNvSpPr>
            <a:spLocks noGrp="1" noChangeArrowheads="1"/>
          </p:cNvSpPr>
          <p:nvPr>
            <p:ph type="ftr" sz="quarter" idx="10"/>
          </p:nvPr>
        </p:nvSpPr>
        <p:spPr>
          <a:xfrm>
            <a:off x="2843213" y="6467475"/>
            <a:ext cx="2520950" cy="331788"/>
          </a:xfrm>
        </p:spPr>
        <p:txBody>
          <a:bodyPr/>
          <a:lstStyle>
            <a:lvl1pPr>
              <a:defRPr/>
            </a:lvl1pPr>
          </a:lstStyle>
          <a:p>
            <a:r>
              <a:rPr lang="en-US">
                <a:solidFill>
                  <a:srgbClr val="000000"/>
                </a:solidFill>
              </a:rPr>
              <a:t>test footer</a:t>
            </a:r>
          </a:p>
        </p:txBody>
      </p:sp>
      <p:sp>
        <p:nvSpPr>
          <p:cNvPr id="7" name="Rectangle 7"/>
          <p:cNvSpPr>
            <a:spLocks noGrp="1" noChangeArrowheads="1"/>
          </p:cNvSpPr>
          <p:nvPr>
            <p:ph type="sldNum" sz="quarter" idx="11"/>
          </p:nvPr>
        </p:nvSpPr>
        <p:spPr>
          <a:xfrm>
            <a:off x="5795963" y="6467475"/>
            <a:ext cx="1152525" cy="331788"/>
          </a:xfrm>
        </p:spPr>
        <p:txBody>
          <a:bodyPr/>
          <a:lstStyle>
            <a:lvl1pPr>
              <a:defRPr/>
            </a:lvl1pPr>
          </a:lstStyle>
          <a:p>
            <a:fld id="{5C3454A0-E1E3-2948-8FF4-A3758E70161A}" type="slidenum">
              <a:rPr lang="en-US">
                <a:solidFill>
                  <a:srgbClr val="000000"/>
                </a:solidFill>
              </a:rPr>
              <a:pPr/>
              <a:t>‹#›</a:t>
            </a:fld>
            <a:endParaRPr lang="en-US">
              <a:solidFill>
                <a:srgbClr val="000000"/>
              </a:solidFill>
            </a:endParaRPr>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6"/>
          <p:cNvSpPr>
            <a:spLocks noGrp="1" noChangeArrowheads="1"/>
          </p:cNvSpPr>
          <p:nvPr>
            <p:ph type="ftr" sz="quarter" idx="10"/>
          </p:nvPr>
        </p:nvSpPr>
        <p:spPr>
          <a:ln/>
        </p:spPr>
        <p:txBody>
          <a:bodyPr/>
          <a:lstStyle>
            <a:lvl1pPr>
              <a:defRPr/>
            </a:lvl1pPr>
          </a:lstStyle>
          <a:p>
            <a:r>
              <a:rPr lang="en-US">
                <a:solidFill>
                  <a:srgbClr val="000000"/>
                </a:solidFill>
              </a:rPr>
              <a:t>test footer</a:t>
            </a:r>
          </a:p>
        </p:txBody>
      </p:sp>
      <p:sp>
        <p:nvSpPr>
          <p:cNvPr id="5" name="Rectangle 7"/>
          <p:cNvSpPr>
            <a:spLocks noGrp="1" noChangeArrowheads="1"/>
          </p:cNvSpPr>
          <p:nvPr>
            <p:ph type="sldNum" sz="quarter" idx="11"/>
          </p:nvPr>
        </p:nvSpPr>
        <p:spPr>
          <a:ln/>
        </p:spPr>
        <p:txBody>
          <a:bodyPr/>
          <a:lstStyle>
            <a:lvl1pPr>
              <a:defRPr/>
            </a:lvl1pPr>
          </a:lstStyle>
          <a:p>
            <a:fld id="{1E59E72E-6348-7449-926B-EF8D4C51CB06}"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ftr" sz="quarter" idx="10"/>
          </p:nvPr>
        </p:nvSpPr>
        <p:spPr>
          <a:ln/>
        </p:spPr>
        <p:txBody>
          <a:bodyPr/>
          <a:lstStyle>
            <a:lvl1pPr>
              <a:defRPr/>
            </a:lvl1pPr>
          </a:lstStyle>
          <a:p>
            <a:r>
              <a:rPr lang="en-US">
                <a:solidFill>
                  <a:srgbClr val="000000"/>
                </a:solidFill>
              </a:rPr>
              <a:t>test footer</a:t>
            </a:r>
          </a:p>
        </p:txBody>
      </p:sp>
      <p:sp>
        <p:nvSpPr>
          <p:cNvPr id="5" name="Rectangle 7"/>
          <p:cNvSpPr>
            <a:spLocks noGrp="1" noChangeArrowheads="1"/>
          </p:cNvSpPr>
          <p:nvPr>
            <p:ph type="sldNum" sz="quarter" idx="11"/>
          </p:nvPr>
        </p:nvSpPr>
        <p:spPr>
          <a:ln/>
        </p:spPr>
        <p:txBody>
          <a:bodyPr/>
          <a:lstStyle>
            <a:lvl1pPr>
              <a:defRPr/>
            </a:lvl1pPr>
          </a:lstStyle>
          <a:p>
            <a:fld id="{F442605E-2C53-CE4F-9176-99952CEC9B1E}"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1403350" y="1412875"/>
            <a:ext cx="3703638" cy="4683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5259388" y="1412875"/>
            <a:ext cx="3705225" cy="4683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6"/>
          <p:cNvSpPr>
            <a:spLocks noGrp="1" noChangeArrowheads="1"/>
          </p:cNvSpPr>
          <p:nvPr>
            <p:ph type="ftr" sz="quarter" idx="10"/>
          </p:nvPr>
        </p:nvSpPr>
        <p:spPr>
          <a:ln/>
        </p:spPr>
        <p:txBody>
          <a:bodyPr/>
          <a:lstStyle>
            <a:lvl1pPr>
              <a:defRPr/>
            </a:lvl1pPr>
          </a:lstStyle>
          <a:p>
            <a:r>
              <a:rPr lang="en-US">
                <a:solidFill>
                  <a:srgbClr val="000000"/>
                </a:solidFill>
              </a:rPr>
              <a:t>test footer</a:t>
            </a:r>
          </a:p>
        </p:txBody>
      </p:sp>
      <p:sp>
        <p:nvSpPr>
          <p:cNvPr id="6" name="Rectangle 7"/>
          <p:cNvSpPr>
            <a:spLocks noGrp="1" noChangeArrowheads="1"/>
          </p:cNvSpPr>
          <p:nvPr>
            <p:ph type="sldNum" sz="quarter" idx="11"/>
          </p:nvPr>
        </p:nvSpPr>
        <p:spPr>
          <a:ln/>
        </p:spPr>
        <p:txBody>
          <a:bodyPr/>
          <a:lstStyle>
            <a:lvl1pPr>
              <a:defRPr/>
            </a:lvl1pPr>
          </a:lstStyle>
          <a:p>
            <a:fld id="{5DA60D3E-DB37-6140-A435-533548C5AA4A}"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31640" y="188640"/>
            <a:ext cx="7355160" cy="1080120"/>
          </a:xfrm>
        </p:spPr>
        <p:txBody>
          <a:bodyPr/>
          <a:lstStyle>
            <a:lvl1pPr>
              <a:defRPr/>
            </a:lvl1pPr>
          </a:lstStyle>
          <a:p>
            <a:r>
              <a:rPr lang="en-US" dirty="0" smtClean="0"/>
              <a:t>Click to edit Master title style</a:t>
            </a:r>
            <a:endParaRPr lang="en-GB"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6"/>
          <p:cNvSpPr>
            <a:spLocks noGrp="1" noChangeArrowheads="1"/>
          </p:cNvSpPr>
          <p:nvPr>
            <p:ph type="ftr" sz="quarter" idx="10"/>
          </p:nvPr>
        </p:nvSpPr>
        <p:spPr>
          <a:ln/>
        </p:spPr>
        <p:txBody>
          <a:bodyPr/>
          <a:lstStyle>
            <a:lvl1pPr>
              <a:defRPr/>
            </a:lvl1pPr>
          </a:lstStyle>
          <a:p>
            <a:r>
              <a:rPr lang="en-US">
                <a:solidFill>
                  <a:srgbClr val="000000"/>
                </a:solidFill>
              </a:rPr>
              <a:t>test footer</a:t>
            </a:r>
          </a:p>
        </p:txBody>
      </p:sp>
      <p:sp>
        <p:nvSpPr>
          <p:cNvPr id="8" name="Rectangle 7"/>
          <p:cNvSpPr>
            <a:spLocks noGrp="1" noChangeArrowheads="1"/>
          </p:cNvSpPr>
          <p:nvPr>
            <p:ph type="sldNum" sz="quarter" idx="11"/>
          </p:nvPr>
        </p:nvSpPr>
        <p:spPr>
          <a:ln/>
        </p:spPr>
        <p:txBody>
          <a:bodyPr/>
          <a:lstStyle>
            <a:lvl1pPr>
              <a:defRPr/>
            </a:lvl1pPr>
          </a:lstStyle>
          <a:p>
            <a:fld id="{A0E8FD32-72A5-0E49-89D0-3F59C7739568}"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6"/>
          <p:cNvSpPr>
            <a:spLocks noGrp="1" noChangeArrowheads="1"/>
          </p:cNvSpPr>
          <p:nvPr>
            <p:ph type="ftr" sz="quarter" idx="10"/>
          </p:nvPr>
        </p:nvSpPr>
        <p:spPr>
          <a:ln/>
        </p:spPr>
        <p:txBody>
          <a:bodyPr/>
          <a:lstStyle>
            <a:lvl1pPr>
              <a:defRPr/>
            </a:lvl1pPr>
          </a:lstStyle>
          <a:p>
            <a:r>
              <a:rPr lang="en-US">
                <a:solidFill>
                  <a:srgbClr val="000000"/>
                </a:solidFill>
              </a:rPr>
              <a:t>test footer</a:t>
            </a:r>
          </a:p>
        </p:txBody>
      </p:sp>
      <p:sp>
        <p:nvSpPr>
          <p:cNvPr id="4" name="Rectangle 7"/>
          <p:cNvSpPr>
            <a:spLocks noGrp="1" noChangeArrowheads="1"/>
          </p:cNvSpPr>
          <p:nvPr>
            <p:ph type="sldNum" sz="quarter" idx="11"/>
          </p:nvPr>
        </p:nvSpPr>
        <p:spPr>
          <a:ln/>
        </p:spPr>
        <p:txBody>
          <a:bodyPr/>
          <a:lstStyle>
            <a:lvl1pPr>
              <a:defRPr/>
            </a:lvl1pPr>
          </a:lstStyle>
          <a:p>
            <a:fld id="{DC2E9497-9811-0445-AC59-ECE5962C2608}"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ftr" sz="quarter" idx="10"/>
          </p:nvPr>
        </p:nvSpPr>
        <p:spPr>
          <a:ln/>
        </p:spPr>
        <p:txBody>
          <a:bodyPr/>
          <a:lstStyle>
            <a:lvl1pPr>
              <a:defRPr/>
            </a:lvl1pPr>
          </a:lstStyle>
          <a:p>
            <a:r>
              <a:rPr lang="en-US">
                <a:solidFill>
                  <a:srgbClr val="000000"/>
                </a:solidFill>
              </a:rPr>
              <a:t>test footer</a:t>
            </a:r>
          </a:p>
        </p:txBody>
      </p:sp>
      <p:sp>
        <p:nvSpPr>
          <p:cNvPr id="3" name="Rectangle 7"/>
          <p:cNvSpPr>
            <a:spLocks noGrp="1" noChangeArrowheads="1"/>
          </p:cNvSpPr>
          <p:nvPr>
            <p:ph type="sldNum" sz="quarter" idx="11"/>
          </p:nvPr>
        </p:nvSpPr>
        <p:spPr>
          <a:ln/>
        </p:spPr>
        <p:txBody>
          <a:bodyPr/>
          <a:lstStyle>
            <a:lvl1pPr>
              <a:defRPr/>
            </a:lvl1pPr>
          </a:lstStyle>
          <a:p>
            <a:fld id="{73264133-DE3E-AE4F-B9EC-BE16A8DC5E9A}"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1640" y="188640"/>
            <a:ext cx="7344816" cy="1008112"/>
          </a:xfrm>
        </p:spPr>
        <p:txBody>
          <a:bodyPr/>
          <a:lstStyle>
            <a:lvl1pPr algn="l">
              <a:defRPr sz="3200" b="0"/>
            </a:lvl1pPr>
          </a:lstStyle>
          <a:p>
            <a:r>
              <a:rPr lang="en-US" dirty="0" smtClean="0"/>
              <a:t>Click to edit Master title style</a:t>
            </a:r>
            <a:endParaRPr lang="en-GB" dirty="0"/>
          </a:p>
        </p:txBody>
      </p:sp>
      <p:sp>
        <p:nvSpPr>
          <p:cNvPr id="3" name="Content Placeholder 2"/>
          <p:cNvSpPr>
            <a:spLocks noGrp="1"/>
          </p:cNvSpPr>
          <p:nvPr>
            <p:ph idx="1"/>
          </p:nvPr>
        </p:nvSpPr>
        <p:spPr>
          <a:xfrm>
            <a:off x="3575050" y="1412776"/>
            <a:ext cx="5111750" cy="4713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ftr" sz="quarter" idx="10"/>
          </p:nvPr>
        </p:nvSpPr>
        <p:spPr>
          <a:ln/>
        </p:spPr>
        <p:txBody>
          <a:bodyPr/>
          <a:lstStyle>
            <a:lvl1pPr>
              <a:defRPr/>
            </a:lvl1pPr>
          </a:lstStyle>
          <a:p>
            <a:r>
              <a:rPr lang="en-US">
                <a:solidFill>
                  <a:srgbClr val="000000"/>
                </a:solidFill>
              </a:rPr>
              <a:t>test footer</a:t>
            </a:r>
          </a:p>
        </p:txBody>
      </p:sp>
      <p:sp>
        <p:nvSpPr>
          <p:cNvPr id="6" name="Rectangle 7"/>
          <p:cNvSpPr>
            <a:spLocks noGrp="1" noChangeArrowheads="1"/>
          </p:cNvSpPr>
          <p:nvPr>
            <p:ph type="sldNum" sz="quarter" idx="11"/>
          </p:nvPr>
        </p:nvSpPr>
        <p:spPr>
          <a:ln/>
        </p:spPr>
        <p:txBody>
          <a:bodyPr/>
          <a:lstStyle>
            <a:lvl1pPr>
              <a:defRPr/>
            </a:lvl1pPr>
          </a:lstStyle>
          <a:p>
            <a:fld id="{2072A6A3-05A9-0B45-BDBB-051E9FEE6615}"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ftr" sz="quarter" idx="10"/>
          </p:nvPr>
        </p:nvSpPr>
        <p:spPr>
          <a:ln/>
        </p:spPr>
        <p:txBody>
          <a:bodyPr/>
          <a:lstStyle>
            <a:lvl1pPr>
              <a:defRPr/>
            </a:lvl1pPr>
          </a:lstStyle>
          <a:p>
            <a:r>
              <a:rPr lang="en-US">
                <a:solidFill>
                  <a:srgbClr val="000000"/>
                </a:solidFill>
              </a:rPr>
              <a:t>test footer</a:t>
            </a:r>
          </a:p>
        </p:txBody>
      </p:sp>
      <p:sp>
        <p:nvSpPr>
          <p:cNvPr id="6" name="Rectangle 7"/>
          <p:cNvSpPr>
            <a:spLocks noGrp="1" noChangeArrowheads="1"/>
          </p:cNvSpPr>
          <p:nvPr>
            <p:ph type="sldNum" sz="quarter" idx="11"/>
          </p:nvPr>
        </p:nvSpPr>
        <p:spPr>
          <a:ln/>
        </p:spPr>
        <p:txBody>
          <a:bodyPr/>
          <a:lstStyle>
            <a:lvl1pPr>
              <a:defRPr/>
            </a:lvl1pPr>
          </a:lstStyle>
          <a:p>
            <a:fld id="{F77EC8B7-AAD7-9A4A-AE79-EA1B323F795F}"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6"/>
          <p:cNvSpPr>
            <a:spLocks noGrp="1" noChangeArrowheads="1"/>
          </p:cNvSpPr>
          <p:nvPr>
            <p:ph type="ftr" sz="quarter" idx="10"/>
          </p:nvPr>
        </p:nvSpPr>
        <p:spPr>
          <a:ln/>
        </p:spPr>
        <p:txBody>
          <a:bodyPr/>
          <a:lstStyle>
            <a:lvl1pPr>
              <a:defRPr/>
            </a:lvl1pPr>
          </a:lstStyle>
          <a:p>
            <a:r>
              <a:rPr lang="en-US">
                <a:solidFill>
                  <a:srgbClr val="000000"/>
                </a:solidFill>
              </a:rPr>
              <a:t>test footer</a:t>
            </a:r>
          </a:p>
        </p:txBody>
      </p:sp>
      <p:sp>
        <p:nvSpPr>
          <p:cNvPr id="5" name="Rectangle 7"/>
          <p:cNvSpPr>
            <a:spLocks noGrp="1" noChangeArrowheads="1"/>
          </p:cNvSpPr>
          <p:nvPr>
            <p:ph type="sldNum" sz="quarter" idx="11"/>
          </p:nvPr>
        </p:nvSpPr>
        <p:spPr>
          <a:ln/>
        </p:spPr>
        <p:txBody>
          <a:bodyPr/>
          <a:lstStyle>
            <a:lvl1pPr>
              <a:defRPr/>
            </a:lvl1pPr>
          </a:lstStyle>
          <a:p>
            <a:fld id="{4DFAA2F8-6EFF-B040-A7A7-43DF3A562847}"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5488" y="188913"/>
            <a:ext cx="1889125" cy="5907087"/>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1403350" y="188913"/>
            <a:ext cx="5519738" cy="59070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6"/>
          <p:cNvSpPr>
            <a:spLocks noGrp="1" noChangeArrowheads="1"/>
          </p:cNvSpPr>
          <p:nvPr>
            <p:ph type="ftr" sz="quarter" idx="10"/>
          </p:nvPr>
        </p:nvSpPr>
        <p:spPr>
          <a:ln/>
        </p:spPr>
        <p:txBody>
          <a:bodyPr/>
          <a:lstStyle>
            <a:lvl1pPr>
              <a:defRPr/>
            </a:lvl1pPr>
          </a:lstStyle>
          <a:p>
            <a:r>
              <a:rPr lang="en-US">
                <a:solidFill>
                  <a:srgbClr val="000000"/>
                </a:solidFill>
              </a:rPr>
              <a:t>test footer</a:t>
            </a:r>
          </a:p>
        </p:txBody>
      </p:sp>
      <p:sp>
        <p:nvSpPr>
          <p:cNvPr id="5" name="Rectangle 7"/>
          <p:cNvSpPr>
            <a:spLocks noGrp="1" noChangeArrowheads="1"/>
          </p:cNvSpPr>
          <p:nvPr>
            <p:ph type="sldNum" sz="quarter" idx="11"/>
          </p:nvPr>
        </p:nvSpPr>
        <p:spPr>
          <a:ln/>
        </p:spPr>
        <p:txBody>
          <a:bodyPr/>
          <a:lstStyle>
            <a:lvl1pPr>
              <a:defRPr/>
            </a:lvl1pPr>
          </a:lstStyle>
          <a:p>
            <a:fld id="{F3C7A14E-5B4C-E24D-A61E-A6567BE66BE5}" type="slidenum">
              <a:rPr lang="en-US">
                <a:solidFill>
                  <a:srgbClr val="000000"/>
                </a:solidFill>
              </a:rPr>
              <a:pPr/>
              <a:t>‹#›</a:t>
            </a:fld>
            <a:endParaRPr lang="en-US">
              <a:solidFill>
                <a:srgbClr val="000000"/>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0825" y="188913"/>
            <a:ext cx="8713788" cy="792162"/>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50825" y="1052513"/>
            <a:ext cx="4279900" cy="48974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3125" y="1052513"/>
            <a:ext cx="4281488" cy="48974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042988" y="6453188"/>
            <a:ext cx="4465637" cy="312737"/>
          </a:xfrm>
        </p:spPr>
        <p:txBody>
          <a:bodyPr/>
          <a:lstStyle>
            <a:lvl1pPr>
              <a:defRPr/>
            </a:lvl1pPr>
          </a:lstStyle>
          <a:p>
            <a:r>
              <a:rPr lang="en-US">
                <a:solidFill>
                  <a:srgbClr val="000000"/>
                </a:solidFill>
              </a:rPr>
              <a:t>test footer</a:t>
            </a:r>
          </a:p>
        </p:txBody>
      </p:sp>
      <p:sp>
        <p:nvSpPr>
          <p:cNvPr id="6" name="Slide Number Placeholder 5"/>
          <p:cNvSpPr>
            <a:spLocks noGrp="1"/>
          </p:cNvSpPr>
          <p:nvPr>
            <p:ph type="sldNum" sz="quarter" idx="11"/>
          </p:nvPr>
        </p:nvSpPr>
        <p:spPr>
          <a:xfrm>
            <a:off x="5867400" y="6478588"/>
            <a:ext cx="1152525" cy="312737"/>
          </a:xfrm>
        </p:spPr>
        <p:txBody>
          <a:bodyPr/>
          <a:lstStyle>
            <a:lvl1pPr>
              <a:defRPr smtClean="0"/>
            </a:lvl1pPr>
          </a:lstStyle>
          <a:p>
            <a:fld id="{9033E12E-9C6D-9347-BD57-13C9F4E6827E}" type="slidenum">
              <a:rPr lang="en-US">
                <a:solidFill>
                  <a:srgbClr val="000000"/>
                </a:solidFill>
              </a:rPr>
              <a:pPr/>
              <a:t>‹#›</a:t>
            </a:fld>
            <a:endParaRPr lang="en-US">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theme" Target="../theme/theme2.xml"/><Relationship Id="rId15" Type="http://schemas.openxmlformats.org/officeDocument/2006/relationships/image" Target="../media/image4.jpeg"/><Relationship Id="rId16" Type="http://schemas.openxmlformats.org/officeDocument/2006/relationships/image" Target="../media/image5.jpeg"/><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5125" y="776288"/>
            <a:ext cx="8455025"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2850" name="Rectangle 2"/>
          <p:cNvSpPr>
            <a:spLocks noGrp="1" noChangeArrowheads="1"/>
          </p:cNvSpPr>
          <p:nvPr>
            <p:ph type="title"/>
          </p:nvPr>
        </p:nvSpPr>
        <p:spPr bwMode="auto">
          <a:xfrm>
            <a:off x="231775" y="136525"/>
            <a:ext cx="8683625" cy="685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Rectangle 3"/>
          <p:cNvSpPr>
            <a:spLocks noGrp="1" noChangeArrowheads="1"/>
          </p:cNvSpPr>
          <p:nvPr>
            <p:ph type="body" idx="1"/>
          </p:nvPr>
        </p:nvSpPr>
        <p:spPr bwMode="auto">
          <a:xfrm>
            <a:off x="346075" y="1279525"/>
            <a:ext cx="84582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62852" name="Rectangle 4"/>
          <p:cNvSpPr>
            <a:spLocks noGrp="1" noChangeArrowheads="1"/>
          </p:cNvSpPr>
          <p:nvPr>
            <p:ph type="ftr" sz="quarter" idx="3"/>
          </p:nvPr>
        </p:nvSpPr>
        <p:spPr bwMode="auto">
          <a:xfrm>
            <a:off x="2973388" y="6553200"/>
            <a:ext cx="32004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900" b="0">
                <a:solidFill>
                  <a:srgbClr val="092E5C"/>
                </a:solidFill>
                <a:latin typeface="Arial" pitchFamily="34" charset="0"/>
              </a:defRPr>
            </a:lvl1pPr>
          </a:lstStyle>
          <a:p>
            <a:pPr>
              <a:defRPr/>
            </a:pPr>
            <a:r>
              <a:rPr lang="en-US"/>
              <a:t>Copyright © 2013 Open Geospatial Consortium</a:t>
            </a:r>
          </a:p>
        </p:txBody>
      </p:sp>
      <p:sp>
        <p:nvSpPr>
          <p:cNvPr id="462854" name="Rectangle 6"/>
          <p:cNvSpPr>
            <a:spLocks noGrp="1" noChangeArrowheads="1"/>
          </p:cNvSpPr>
          <p:nvPr>
            <p:ph type="sldNum" sz="quarter" idx="4"/>
          </p:nvPr>
        </p:nvSpPr>
        <p:spPr bwMode="auto">
          <a:xfrm>
            <a:off x="6896100" y="65532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900" b="0">
                <a:solidFill>
                  <a:srgbClr val="092E5C"/>
                </a:solidFill>
                <a:latin typeface="Arial" pitchFamily="34" charset="0"/>
              </a:defRPr>
            </a:lvl1pPr>
          </a:lstStyle>
          <a:p>
            <a:pPr>
              <a:defRPr/>
            </a:pPr>
            <a:fld id="{692C2F6B-4000-491F-BAD7-AFB1AEADC86C}" type="slidenum">
              <a:rPr lang="en-US"/>
              <a:pPr>
                <a:defRPr/>
              </a:pPr>
              <a:t>‹#›</a:t>
            </a:fld>
            <a:endParaRPr lang="en-US"/>
          </a:p>
        </p:txBody>
      </p:sp>
      <p:sp>
        <p:nvSpPr>
          <p:cNvPr id="1031" name="Text Box 16"/>
          <p:cNvSpPr txBox="1">
            <a:spLocks noChangeArrowheads="1"/>
          </p:cNvSpPr>
          <p:nvPr/>
        </p:nvSpPr>
        <p:spPr bwMode="auto">
          <a:xfrm>
            <a:off x="333375" y="6219825"/>
            <a:ext cx="11572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000" b="1">
                <a:solidFill>
                  <a:schemeClr val="tx1"/>
                </a:solidFill>
                <a:latin typeface="CG Times" charset="0"/>
                <a:ea typeface="MS PGothic" charset="0"/>
                <a:cs typeface="MS PGothic" charset="0"/>
              </a:defRPr>
            </a:lvl1pPr>
            <a:lvl2pPr marL="742950" indent="-285750" eaLnBrk="0" hangingPunct="0">
              <a:defRPr sz="1000" b="1">
                <a:solidFill>
                  <a:schemeClr val="tx1"/>
                </a:solidFill>
                <a:latin typeface="CG Times" charset="0"/>
                <a:ea typeface="MS PGothic" charset="0"/>
                <a:cs typeface="MS PGothic" charset="0"/>
              </a:defRPr>
            </a:lvl2pPr>
            <a:lvl3pPr marL="1143000" indent="-228600" eaLnBrk="0" hangingPunct="0">
              <a:defRPr sz="1000" b="1">
                <a:solidFill>
                  <a:schemeClr val="tx1"/>
                </a:solidFill>
                <a:latin typeface="CG Times" charset="0"/>
                <a:ea typeface="MS PGothic" charset="0"/>
                <a:cs typeface="MS PGothic" charset="0"/>
              </a:defRPr>
            </a:lvl3pPr>
            <a:lvl4pPr marL="1600200" indent="-228600" eaLnBrk="0" hangingPunct="0">
              <a:defRPr sz="1000" b="1">
                <a:solidFill>
                  <a:schemeClr val="tx1"/>
                </a:solidFill>
                <a:latin typeface="CG Times" charset="0"/>
                <a:ea typeface="MS PGothic" charset="0"/>
                <a:cs typeface="MS PGothic" charset="0"/>
              </a:defRPr>
            </a:lvl4pPr>
            <a:lvl5pPr marL="2057400" indent="-228600" eaLnBrk="0" hangingPunct="0">
              <a:defRPr sz="1000" b="1">
                <a:solidFill>
                  <a:schemeClr val="tx1"/>
                </a:solidFill>
                <a:latin typeface="CG Times" charset="0"/>
                <a:ea typeface="MS PGothic" charset="0"/>
                <a:cs typeface="MS PGothic" charset="0"/>
              </a:defRPr>
            </a:lvl5pPr>
            <a:lvl6pPr marL="2514600" indent="-228600" eaLnBrk="0" fontAlgn="base" hangingPunct="0">
              <a:spcBef>
                <a:spcPct val="0"/>
              </a:spcBef>
              <a:spcAft>
                <a:spcPct val="0"/>
              </a:spcAft>
              <a:defRPr sz="1000" b="1">
                <a:solidFill>
                  <a:schemeClr val="tx1"/>
                </a:solidFill>
                <a:latin typeface="CG Times" charset="0"/>
                <a:ea typeface="MS PGothic" charset="0"/>
                <a:cs typeface="MS PGothic" charset="0"/>
              </a:defRPr>
            </a:lvl6pPr>
            <a:lvl7pPr marL="2971800" indent="-228600" eaLnBrk="0" fontAlgn="base" hangingPunct="0">
              <a:spcBef>
                <a:spcPct val="0"/>
              </a:spcBef>
              <a:spcAft>
                <a:spcPct val="0"/>
              </a:spcAft>
              <a:defRPr sz="1000" b="1">
                <a:solidFill>
                  <a:schemeClr val="tx1"/>
                </a:solidFill>
                <a:latin typeface="CG Times" charset="0"/>
                <a:ea typeface="MS PGothic" charset="0"/>
                <a:cs typeface="MS PGothic" charset="0"/>
              </a:defRPr>
            </a:lvl7pPr>
            <a:lvl8pPr marL="3429000" indent="-228600" eaLnBrk="0" fontAlgn="base" hangingPunct="0">
              <a:spcBef>
                <a:spcPct val="0"/>
              </a:spcBef>
              <a:spcAft>
                <a:spcPct val="0"/>
              </a:spcAft>
              <a:defRPr sz="1000" b="1">
                <a:solidFill>
                  <a:schemeClr val="tx1"/>
                </a:solidFill>
                <a:latin typeface="CG Times" charset="0"/>
                <a:ea typeface="MS PGothic" charset="0"/>
                <a:cs typeface="MS PGothic" charset="0"/>
              </a:defRPr>
            </a:lvl8pPr>
            <a:lvl9pPr marL="3886200" indent="-228600" eaLnBrk="0" fontAlgn="base" hangingPunct="0">
              <a:spcBef>
                <a:spcPct val="0"/>
              </a:spcBef>
              <a:spcAft>
                <a:spcPct val="0"/>
              </a:spcAft>
              <a:defRPr sz="1000" b="1">
                <a:solidFill>
                  <a:schemeClr val="tx1"/>
                </a:solidFill>
                <a:latin typeface="CG Times" charset="0"/>
                <a:ea typeface="MS PGothic" charset="0"/>
                <a:cs typeface="MS PGothic" charset="0"/>
              </a:defRPr>
            </a:lvl9pPr>
          </a:lstStyle>
          <a:p>
            <a:pPr>
              <a:defRPr/>
            </a:pPr>
            <a:r>
              <a:rPr lang="en-US" sz="4000" smtClean="0">
                <a:solidFill>
                  <a:schemeClr val="tx2"/>
                </a:solidFill>
                <a:latin typeface="Times New Roman" charset="0"/>
              </a:rPr>
              <a:t>OGC</a:t>
            </a:r>
          </a:p>
        </p:txBody>
      </p:sp>
      <p:sp>
        <p:nvSpPr>
          <p:cNvPr id="1032" name="Text Box 20"/>
          <p:cNvSpPr txBox="1">
            <a:spLocks noChangeArrowheads="1"/>
          </p:cNvSpPr>
          <p:nvPr/>
        </p:nvSpPr>
        <p:spPr bwMode="auto">
          <a:xfrm>
            <a:off x="1498600" y="6270625"/>
            <a:ext cx="936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med" len="lg"/>
                <a:tailEnd/>
              </a14:hiddenLine>
            </a:ext>
          </a:extLst>
        </p:spPr>
        <p:txBody>
          <a:bodyPr wrap="none" lIns="0" rIns="0">
            <a:spAutoFit/>
          </a:bodyPr>
          <a:lstStyle>
            <a:lvl1pPr eaLnBrk="0" hangingPunct="0">
              <a:defRPr sz="1000" b="1">
                <a:solidFill>
                  <a:schemeClr val="tx1"/>
                </a:solidFill>
                <a:latin typeface="CG Times" charset="0"/>
                <a:ea typeface="MS PGothic" pitchFamily="34" charset="-128"/>
              </a:defRPr>
            </a:lvl1pPr>
            <a:lvl2pPr marL="742950" indent="-285750" eaLnBrk="0" hangingPunct="0">
              <a:defRPr sz="1000" b="1">
                <a:solidFill>
                  <a:schemeClr val="tx1"/>
                </a:solidFill>
                <a:latin typeface="CG Times" charset="0"/>
                <a:ea typeface="MS PGothic" pitchFamily="34" charset="-128"/>
              </a:defRPr>
            </a:lvl2pPr>
            <a:lvl3pPr marL="1143000" indent="-228600" eaLnBrk="0" hangingPunct="0">
              <a:defRPr sz="1000" b="1">
                <a:solidFill>
                  <a:schemeClr val="tx1"/>
                </a:solidFill>
                <a:latin typeface="CG Times" charset="0"/>
                <a:ea typeface="MS PGothic" pitchFamily="34" charset="-128"/>
              </a:defRPr>
            </a:lvl3pPr>
            <a:lvl4pPr marL="1600200" indent="-228600" eaLnBrk="0" hangingPunct="0">
              <a:defRPr sz="1000" b="1">
                <a:solidFill>
                  <a:schemeClr val="tx1"/>
                </a:solidFill>
                <a:latin typeface="CG Times" charset="0"/>
                <a:ea typeface="MS PGothic" pitchFamily="34" charset="-128"/>
              </a:defRPr>
            </a:lvl4pPr>
            <a:lvl5pPr marL="2057400" indent="-228600" eaLnBrk="0" hangingPunct="0">
              <a:defRPr sz="1000" b="1">
                <a:solidFill>
                  <a:schemeClr val="tx1"/>
                </a:solidFill>
                <a:latin typeface="CG Times" charset="0"/>
                <a:ea typeface="MS PGothic" pitchFamily="34" charset="-128"/>
              </a:defRPr>
            </a:lvl5pPr>
            <a:lvl6pPr marL="2514600" indent="-228600" eaLnBrk="0" fontAlgn="base" hangingPunct="0">
              <a:spcBef>
                <a:spcPct val="0"/>
              </a:spcBef>
              <a:spcAft>
                <a:spcPct val="0"/>
              </a:spcAft>
              <a:defRPr sz="1000" b="1">
                <a:solidFill>
                  <a:schemeClr val="tx1"/>
                </a:solidFill>
                <a:latin typeface="CG Times" charset="0"/>
                <a:ea typeface="MS PGothic" pitchFamily="34" charset="-128"/>
              </a:defRPr>
            </a:lvl6pPr>
            <a:lvl7pPr marL="2971800" indent="-228600" eaLnBrk="0" fontAlgn="base" hangingPunct="0">
              <a:spcBef>
                <a:spcPct val="0"/>
              </a:spcBef>
              <a:spcAft>
                <a:spcPct val="0"/>
              </a:spcAft>
              <a:defRPr sz="1000" b="1">
                <a:solidFill>
                  <a:schemeClr val="tx1"/>
                </a:solidFill>
                <a:latin typeface="CG Times" charset="0"/>
                <a:ea typeface="MS PGothic" pitchFamily="34" charset="-128"/>
              </a:defRPr>
            </a:lvl7pPr>
            <a:lvl8pPr marL="3429000" indent="-228600" eaLnBrk="0" fontAlgn="base" hangingPunct="0">
              <a:spcBef>
                <a:spcPct val="0"/>
              </a:spcBef>
              <a:spcAft>
                <a:spcPct val="0"/>
              </a:spcAft>
              <a:defRPr sz="1000" b="1">
                <a:solidFill>
                  <a:schemeClr val="tx1"/>
                </a:solidFill>
                <a:latin typeface="CG Times" charset="0"/>
                <a:ea typeface="MS PGothic" pitchFamily="34" charset="-128"/>
              </a:defRPr>
            </a:lvl8pPr>
            <a:lvl9pPr marL="3886200" indent="-228600" eaLnBrk="0" fontAlgn="base" hangingPunct="0">
              <a:spcBef>
                <a:spcPct val="0"/>
              </a:spcBef>
              <a:spcAft>
                <a:spcPct val="0"/>
              </a:spcAft>
              <a:defRPr sz="1000" b="1">
                <a:solidFill>
                  <a:schemeClr val="tx1"/>
                </a:solidFill>
                <a:latin typeface="CG Times" charset="0"/>
                <a:ea typeface="MS PGothic" pitchFamily="34" charset="-128"/>
              </a:defRPr>
            </a:lvl9pPr>
          </a:lstStyle>
          <a:p>
            <a:pPr>
              <a:defRPr/>
            </a:pPr>
            <a:r>
              <a:rPr lang="en-US" smtClean="0">
                <a:solidFill>
                  <a:schemeClr val="tx2"/>
                </a:solidFill>
                <a:latin typeface="Arial" pitchFamily="34" charset="0"/>
              </a:rPr>
              <a:t>®</a:t>
            </a:r>
          </a:p>
        </p:txBody>
      </p:sp>
    </p:spTree>
  </p:cSld>
  <p:clrMap bg1="lt1" tx1="dk1" bg2="lt2" tx2="dk2" accent1="accent1" accent2="accent2" accent3="accent3" accent4="accent4" accent5="accent5" accent6="accent6" hlink="hlink" folHlink="folHlink"/>
  <p:sldLayoutIdLst>
    <p:sldLayoutId id="2147483738"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iming>
    <p:tnLst>
      <p:par>
        <p:cTn id="1" dur="indefinite" restart="never" nodeType="tmRoot"/>
      </p:par>
    </p:tnLst>
  </p:timing>
  <p:hf sldNum="0" hdr="0" dt="0"/>
  <p:txStyles>
    <p:titleStyle>
      <a:lvl1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mj-lt"/>
          <a:ea typeface="MS PGothic" pitchFamily="34" charset="-128"/>
          <a:cs typeface="MS PGothic" charset="0"/>
        </a:defRPr>
      </a:lvl1pPr>
      <a:lvl2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2pPr>
      <a:lvl3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3pPr>
      <a:lvl4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4pPr>
      <a:lvl5pPr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MS PGothic" pitchFamily="34" charset="-128"/>
          <a:cs typeface="MS PGothic" charset="0"/>
        </a:defRPr>
      </a:lvl5pPr>
      <a:lvl6pPr marL="4572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6pPr>
      <a:lvl7pPr marL="9144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7pPr>
      <a:lvl8pPr marL="13716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8pPr>
      <a:lvl9pPr marL="1828800" algn="ctr" rtl="0" eaLnBrk="0" fontAlgn="base" hangingPunct="0">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9pPr>
    </p:titleStyle>
    <p:bodyStyle>
      <a:lvl1pPr marL="233363" indent="-233363" algn="l" rtl="0" eaLnBrk="0" fontAlgn="base" hangingPunct="0">
        <a:spcBef>
          <a:spcPct val="20000"/>
        </a:spcBef>
        <a:spcAft>
          <a:spcPct val="0"/>
        </a:spcAft>
        <a:buClr>
          <a:srgbClr val="092E5C"/>
        </a:buClr>
        <a:buChar char="•"/>
        <a:defRPr sz="2400">
          <a:solidFill>
            <a:schemeClr val="tx2"/>
          </a:solidFill>
          <a:latin typeface="+mn-lt"/>
          <a:ea typeface="MS PGothic" pitchFamily="34" charset="-128"/>
          <a:cs typeface="MS PGothic" charset="0"/>
        </a:defRPr>
      </a:lvl1pPr>
      <a:lvl2pPr marL="569913" indent="-222250" algn="l" rtl="0" eaLnBrk="0" fontAlgn="base" hangingPunct="0">
        <a:spcBef>
          <a:spcPct val="20000"/>
        </a:spcBef>
        <a:spcAft>
          <a:spcPct val="0"/>
        </a:spcAft>
        <a:buClr>
          <a:srgbClr val="092E5C"/>
        </a:buClr>
        <a:buChar char="–"/>
        <a:defRPr sz="2000">
          <a:solidFill>
            <a:schemeClr val="tx2"/>
          </a:solidFill>
          <a:latin typeface="+mn-lt"/>
          <a:ea typeface="MS PGothic" pitchFamily="34" charset="-128"/>
          <a:cs typeface="MS PGothic" charset="0"/>
        </a:defRPr>
      </a:lvl2pPr>
      <a:lvl3pPr marL="912813" indent="-228600" algn="l" rtl="0" eaLnBrk="0" fontAlgn="base" hangingPunct="0">
        <a:spcBef>
          <a:spcPct val="20000"/>
        </a:spcBef>
        <a:spcAft>
          <a:spcPct val="0"/>
        </a:spcAft>
        <a:buClr>
          <a:srgbClr val="092E5C"/>
        </a:buClr>
        <a:buChar char="•"/>
        <a:defRPr>
          <a:solidFill>
            <a:schemeClr val="tx2"/>
          </a:solidFill>
          <a:latin typeface="+mn-lt"/>
          <a:ea typeface="MS PGothic" pitchFamily="34" charset="-128"/>
          <a:cs typeface="MS PGothic" charset="0"/>
        </a:defRPr>
      </a:lvl3pPr>
      <a:lvl4pPr marL="1255713" indent="-228600" algn="l" rtl="0" eaLnBrk="0" fontAlgn="base" hangingPunct="0">
        <a:spcBef>
          <a:spcPct val="20000"/>
        </a:spcBef>
        <a:spcAft>
          <a:spcPct val="0"/>
        </a:spcAft>
        <a:buClr>
          <a:srgbClr val="092E5C"/>
        </a:buClr>
        <a:buChar char="–"/>
        <a:defRPr sz="1600">
          <a:solidFill>
            <a:schemeClr val="tx2"/>
          </a:solidFill>
          <a:latin typeface="+mn-lt"/>
          <a:ea typeface="MS PGothic" pitchFamily="34" charset="-128"/>
          <a:cs typeface="MS PGothic" charset="0"/>
        </a:defRPr>
      </a:lvl4pPr>
      <a:lvl5pPr marL="1598613" indent="-228600" algn="l" rtl="0" eaLnBrk="0" fontAlgn="base" hangingPunct="0">
        <a:spcBef>
          <a:spcPct val="20000"/>
        </a:spcBef>
        <a:spcAft>
          <a:spcPct val="0"/>
        </a:spcAft>
        <a:buClr>
          <a:srgbClr val="092E5C"/>
        </a:buClr>
        <a:buChar char="»"/>
        <a:defRPr sz="1600">
          <a:solidFill>
            <a:schemeClr val="tx2"/>
          </a:solidFill>
          <a:latin typeface="+mn-lt"/>
          <a:ea typeface="MS PGothic" pitchFamily="34" charset="-128"/>
          <a:cs typeface="MS PGothic" charset="0"/>
        </a:defRPr>
      </a:lvl5pPr>
      <a:lvl6pPr marL="2055813" indent="-228600" algn="l" rtl="0" eaLnBrk="0" fontAlgn="base" hangingPunct="0">
        <a:spcBef>
          <a:spcPct val="20000"/>
        </a:spcBef>
        <a:spcAft>
          <a:spcPct val="0"/>
        </a:spcAft>
        <a:buClr>
          <a:srgbClr val="092E5C"/>
        </a:buClr>
        <a:buChar char="»"/>
        <a:defRPr sz="1600">
          <a:solidFill>
            <a:schemeClr val="tx2"/>
          </a:solidFill>
          <a:latin typeface="+mn-lt"/>
        </a:defRPr>
      </a:lvl6pPr>
      <a:lvl7pPr marL="2513013" indent="-228600" algn="l" rtl="0" eaLnBrk="0" fontAlgn="base" hangingPunct="0">
        <a:spcBef>
          <a:spcPct val="20000"/>
        </a:spcBef>
        <a:spcAft>
          <a:spcPct val="0"/>
        </a:spcAft>
        <a:buClr>
          <a:srgbClr val="092E5C"/>
        </a:buClr>
        <a:buChar char="»"/>
        <a:defRPr sz="1600">
          <a:solidFill>
            <a:schemeClr val="tx2"/>
          </a:solidFill>
          <a:latin typeface="+mn-lt"/>
        </a:defRPr>
      </a:lvl7pPr>
      <a:lvl8pPr marL="2970213" indent="-228600" algn="l" rtl="0" eaLnBrk="0" fontAlgn="base" hangingPunct="0">
        <a:spcBef>
          <a:spcPct val="20000"/>
        </a:spcBef>
        <a:spcAft>
          <a:spcPct val="0"/>
        </a:spcAft>
        <a:buClr>
          <a:srgbClr val="092E5C"/>
        </a:buClr>
        <a:buChar char="»"/>
        <a:defRPr sz="1600">
          <a:solidFill>
            <a:schemeClr val="tx2"/>
          </a:solidFill>
          <a:latin typeface="+mn-lt"/>
        </a:defRPr>
      </a:lvl8pPr>
      <a:lvl9pPr marL="3427413" indent="-228600" algn="l" rtl="0" eaLnBrk="0" fontAlgn="base" hangingPunct="0">
        <a:spcBef>
          <a:spcPct val="20000"/>
        </a:spcBef>
        <a:spcAft>
          <a:spcPct val="0"/>
        </a:spcAft>
        <a:buClr>
          <a:srgbClr val="092E5C"/>
        </a:buClr>
        <a:buChar char="»"/>
        <a:defRPr sz="16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6" name="Picture 3" descr="wmo_ppt_2012.jpg"/>
          <p:cNvPicPr>
            <a:picLocks noChangeAspect="1"/>
          </p:cNvPicPr>
          <p:nvPr/>
        </p:nvPicPr>
        <p:blipFill>
          <a:blip r:embed="rId15"/>
          <a:srcRect/>
          <a:stretch>
            <a:fillRect/>
          </a:stretch>
        </p:blipFill>
        <p:spPr bwMode="auto">
          <a:xfrm>
            <a:off x="0" y="0"/>
            <a:ext cx="9144000" cy="6858000"/>
          </a:xfrm>
          <a:prstGeom prst="rect">
            <a:avLst/>
          </a:prstGeom>
          <a:noFill/>
          <a:ln w="9525">
            <a:noFill/>
            <a:miter lim="800000"/>
            <a:headEnd/>
            <a:tailEnd/>
          </a:ln>
        </p:spPr>
      </p:pic>
      <p:sp>
        <p:nvSpPr>
          <p:cNvPr id="2051" name="Rectangle 3"/>
          <p:cNvSpPr>
            <a:spLocks noGrp="1" noChangeArrowheads="1"/>
          </p:cNvSpPr>
          <p:nvPr>
            <p:ph type="title"/>
          </p:nvPr>
        </p:nvSpPr>
        <p:spPr bwMode="auto">
          <a:xfrm>
            <a:off x="250825" y="188913"/>
            <a:ext cx="8713788" cy="7921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2" name="Rectangle 4"/>
          <p:cNvSpPr>
            <a:spLocks noGrp="1" noChangeArrowheads="1"/>
          </p:cNvSpPr>
          <p:nvPr>
            <p:ph type="body" idx="1"/>
          </p:nvPr>
        </p:nvSpPr>
        <p:spPr bwMode="auto">
          <a:xfrm>
            <a:off x="250825" y="1052513"/>
            <a:ext cx="8713788" cy="4897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582" name="Rectangle 6"/>
          <p:cNvSpPr>
            <a:spLocks noGrp="1" noChangeArrowheads="1"/>
          </p:cNvSpPr>
          <p:nvPr>
            <p:ph type="ftr" sz="quarter" idx="3"/>
          </p:nvPr>
        </p:nvSpPr>
        <p:spPr bwMode="auto">
          <a:xfrm>
            <a:off x="1042988" y="6453188"/>
            <a:ext cx="4465637" cy="3127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pPr eaLnBrk="0" hangingPunct="0"/>
            <a:r>
              <a:rPr lang="en-US" b="0">
                <a:solidFill>
                  <a:srgbClr val="000000"/>
                </a:solidFill>
                <a:latin typeface="Arial" charset="0"/>
                <a:ea typeface=""/>
              </a:rPr>
              <a:t>test footer</a:t>
            </a:r>
          </a:p>
        </p:txBody>
      </p:sp>
      <p:sp>
        <p:nvSpPr>
          <p:cNvPr id="24583" name="Rectangle 7"/>
          <p:cNvSpPr>
            <a:spLocks noGrp="1" noChangeArrowheads="1"/>
          </p:cNvSpPr>
          <p:nvPr>
            <p:ph type="sldNum" sz="quarter" idx="4"/>
          </p:nvPr>
        </p:nvSpPr>
        <p:spPr bwMode="auto">
          <a:xfrm>
            <a:off x="5867400" y="6478588"/>
            <a:ext cx="1152525" cy="3127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pPr eaLnBrk="0" hangingPunct="0"/>
            <a:fld id="{5CA35A99-399D-0040-86BA-70791C3303A2}" type="slidenum">
              <a:rPr lang="en-US" b="0">
                <a:solidFill>
                  <a:srgbClr val="000000"/>
                </a:solidFill>
                <a:latin typeface="Arial" charset="0"/>
                <a:ea typeface=""/>
              </a:rPr>
              <a:pPr eaLnBrk="0" hangingPunct="0"/>
              <a:t>‹#›</a:t>
            </a:fld>
            <a:endParaRPr lang="en-US" b="0">
              <a:solidFill>
                <a:srgbClr val="000000"/>
              </a:solidFill>
              <a:latin typeface="Arial" charset="0"/>
              <a:ea typeface=""/>
            </a:endParaRPr>
          </a:p>
        </p:txBody>
      </p:sp>
      <p:pic>
        <p:nvPicPr>
          <p:cNvPr id="7" name="Picture 6" descr="wmologo.jpeg"/>
          <p:cNvPicPr>
            <a:picLocks noChangeAspect="1"/>
          </p:cNvPicPr>
          <p:nvPr userDrawn="1"/>
        </p:nvPicPr>
        <p:blipFill>
          <a:blip r:embed="rId16"/>
          <a:stretch>
            <a:fillRect/>
          </a:stretch>
        </p:blipFill>
        <p:spPr>
          <a:xfrm>
            <a:off x="179512" y="188640"/>
            <a:ext cx="1201567" cy="1256184"/>
          </a:xfrm>
          <a:prstGeom prst="rect">
            <a:avLst/>
          </a:prstGeom>
        </p:spPr>
      </p:pic>
    </p:spTree>
    <p:extLst>
      <p:ext uri="{BB962C8B-B14F-4D97-AF65-F5344CB8AC3E}">
        <p14:creationId xmlns:p14="http://schemas.microsoft.com/office/powerpoint/2010/main" val="173141776"/>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Lst>
  <p:timing>
    <p:tnLst>
      <p:par>
        <p:cTn id="1" dur="indefinite" restart="never" nodeType="tmRoot"/>
      </p:par>
    </p:tnLst>
  </p:timing>
  <p:hf hdr="0" dt="0"/>
  <p:txStyles>
    <p:titleStyle>
      <a:lvl1pPr algn="l" rtl="0" eaLnBrk="0" fontAlgn="base" hangingPunct="0">
        <a:spcBef>
          <a:spcPct val="0"/>
        </a:spcBef>
        <a:spcAft>
          <a:spcPct val="0"/>
        </a:spcAft>
        <a:defRPr sz="3000">
          <a:solidFill>
            <a:schemeClr val="tx2"/>
          </a:solidFill>
          <a:latin typeface="Arial" charset="0"/>
          <a:ea typeface="+mj-ea"/>
          <a:cs typeface="+mj-cs"/>
        </a:defRPr>
      </a:lvl1pPr>
      <a:lvl2pPr algn="l" rtl="0" eaLnBrk="0" fontAlgn="base" hangingPunct="0">
        <a:spcBef>
          <a:spcPct val="0"/>
        </a:spcBef>
        <a:spcAft>
          <a:spcPct val="0"/>
        </a:spcAft>
        <a:defRPr sz="3000">
          <a:solidFill>
            <a:schemeClr val="tx2"/>
          </a:solidFill>
          <a:latin typeface="Arial" charset="0"/>
        </a:defRPr>
      </a:lvl2pPr>
      <a:lvl3pPr algn="l" rtl="0" eaLnBrk="0" fontAlgn="base" hangingPunct="0">
        <a:spcBef>
          <a:spcPct val="0"/>
        </a:spcBef>
        <a:spcAft>
          <a:spcPct val="0"/>
        </a:spcAft>
        <a:defRPr sz="3000">
          <a:solidFill>
            <a:schemeClr val="tx2"/>
          </a:solidFill>
          <a:latin typeface="Arial" charset="0"/>
        </a:defRPr>
      </a:lvl3pPr>
      <a:lvl4pPr algn="l" rtl="0" eaLnBrk="0" fontAlgn="base" hangingPunct="0">
        <a:spcBef>
          <a:spcPct val="0"/>
        </a:spcBef>
        <a:spcAft>
          <a:spcPct val="0"/>
        </a:spcAft>
        <a:defRPr sz="3000">
          <a:solidFill>
            <a:schemeClr val="tx2"/>
          </a:solidFill>
          <a:latin typeface="Arial" charset="0"/>
        </a:defRPr>
      </a:lvl4pPr>
      <a:lvl5pPr algn="l" rtl="0" eaLnBrk="0" fontAlgn="base" hangingPunct="0">
        <a:spcBef>
          <a:spcPct val="0"/>
        </a:spcBef>
        <a:spcAft>
          <a:spcPct val="0"/>
        </a:spcAft>
        <a:defRPr sz="3000">
          <a:solidFill>
            <a:schemeClr val="tx2"/>
          </a:solidFill>
          <a:latin typeface="Arial" charset="0"/>
        </a:defRPr>
      </a:lvl5pPr>
      <a:lvl6pPr marL="457200" algn="l" rtl="0" eaLnBrk="0" fontAlgn="base" hangingPunct="0">
        <a:spcBef>
          <a:spcPct val="0"/>
        </a:spcBef>
        <a:spcAft>
          <a:spcPct val="0"/>
        </a:spcAft>
        <a:defRPr sz="3200">
          <a:solidFill>
            <a:schemeClr val="tx2"/>
          </a:solidFill>
          <a:latin typeface="Arial Narrow" pitchFamily="34" charset="0"/>
        </a:defRPr>
      </a:lvl6pPr>
      <a:lvl7pPr marL="914400" algn="l" rtl="0" eaLnBrk="0" fontAlgn="base" hangingPunct="0">
        <a:spcBef>
          <a:spcPct val="0"/>
        </a:spcBef>
        <a:spcAft>
          <a:spcPct val="0"/>
        </a:spcAft>
        <a:defRPr sz="3200">
          <a:solidFill>
            <a:schemeClr val="tx2"/>
          </a:solidFill>
          <a:latin typeface="Arial Narrow" pitchFamily="34" charset="0"/>
        </a:defRPr>
      </a:lvl7pPr>
      <a:lvl8pPr marL="1371600" algn="l" rtl="0" eaLnBrk="0" fontAlgn="base" hangingPunct="0">
        <a:spcBef>
          <a:spcPct val="0"/>
        </a:spcBef>
        <a:spcAft>
          <a:spcPct val="0"/>
        </a:spcAft>
        <a:defRPr sz="3200">
          <a:solidFill>
            <a:schemeClr val="tx2"/>
          </a:solidFill>
          <a:latin typeface="Arial Narrow" pitchFamily="34" charset="0"/>
        </a:defRPr>
      </a:lvl8pPr>
      <a:lvl9pPr marL="1828800" algn="l" rtl="0" eaLnBrk="0" fontAlgn="base" hangingPunct="0">
        <a:spcBef>
          <a:spcPct val="0"/>
        </a:spcBef>
        <a:spcAft>
          <a:spcPct val="0"/>
        </a:spcAft>
        <a:defRPr sz="3200">
          <a:solidFill>
            <a:schemeClr val="tx2"/>
          </a:solidFill>
          <a:latin typeface="Arial Narrow" pitchFamily="34" charset="0"/>
        </a:defRPr>
      </a:lvl9pPr>
    </p:titleStyle>
    <p:bodyStyle>
      <a:lvl1pPr marL="533400" indent="-533400" algn="l" rtl="0" eaLnBrk="0" fontAlgn="base" hangingPunct="0">
        <a:spcBef>
          <a:spcPct val="20000"/>
        </a:spcBef>
        <a:spcAft>
          <a:spcPct val="0"/>
        </a:spcAft>
        <a:buClr>
          <a:srgbClr val="FF9900"/>
        </a:buClr>
        <a:buFont typeface="Wingdings" charset="2"/>
        <a:buChar char="§"/>
        <a:defRPr sz="2800">
          <a:solidFill>
            <a:schemeClr val="tx1"/>
          </a:solidFill>
          <a:latin typeface="Arial" charset="0"/>
          <a:ea typeface="+mn-ea"/>
          <a:cs typeface="+mn-cs"/>
        </a:defRPr>
      </a:lvl1pPr>
      <a:lvl2pPr marL="990600" indent="-533400" algn="l" rtl="0" eaLnBrk="0" fontAlgn="base" hangingPunct="0">
        <a:spcBef>
          <a:spcPct val="20000"/>
        </a:spcBef>
        <a:spcAft>
          <a:spcPct val="0"/>
        </a:spcAft>
        <a:buClr>
          <a:srgbClr val="FF9900"/>
        </a:buClr>
        <a:buFont typeface="Wingdings" charset="2"/>
        <a:buChar char="§"/>
        <a:defRPr sz="2800">
          <a:solidFill>
            <a:schemeClr val="tx1"/>
          </a:solidFill>
          <a:latin typeface="Arial" charset="0"/>
          <a:ea typeface="ＭＳ Ｐゴシック" charset="-128"/>
        </a:defRPr>
      </a:lvl2pPr>
      <a:lvl3pPr marL="1371600" indent="-457200" algn="l" rtl="0" eaLnBrk="0" fontAlgn="base" hangingPunct="0">
        <a:spcBef>
          <a:spcPct val="20000"/>
        </a:spcBef>
        <a:spcAft>
          <a:spcPct val="0"/>
        </a:spcAft>
        <a:buClr>
          <a:srgbClr val="FF9900"/>
        </a:buClr>
        <a:buFont typeface="Wingdings" charset="2"/>
        <a:buChar char="§"/>
        <a:defRPr sz="2400">
          <a:solidFill>
            <a:schemeClr val="tx1"/>
          </a:solidFill>
          <a:latin typeface="Arial" charset="0"/>
          <a:ea typeface="ＭＳ Ｐゴシック" charset="-128"/>
        </a:defRPr>
      </a:lvl3pPr>
      <a:lvl4pPr marL="1752600" indent="-381000" algn="l" rtl="0" eaLnBrk="0" fontAlgn="base" hangingPunct="0">
        <a:spcBef>
          <a:spcPct val="20000"/>
        </a:spcBef>
        <a:spcAft>
          <a:spcPct val="0"/>
        </a:spcAft>
        <a:buClr>
          <a:srgbClr val="FF9900"/>
        </a:buClr>
        <a:buFont typeface="Wingdings" charset="2"/>
        <a:buChar char="§"/>
        <a:defRPr sz="2000">
          <a:solidFill>
            <a:schemeClr val="tx1"/>
          </a:solidFill>
          <a:latin typeface="Arial" charset="0"/>
          <a:ea typeface="ＭＳ Ｐゴシック" charset="-128"/>
        </a:defRPr>
      </a:lvl4pPr>
      <a:lvl5pPr marL="2209800" indent="-381000" algn="l" rtl="0" eaLnBrk="0" fontAlgn="base" hangingPunct="0">
        <a:spcBef>
          <a:spcPct val="20000"/>
        </a:spcBef>
        <a:spcAft>
          <a:spcPct val="0"/>
        </a:spcAft>
        <a:buClr>
          <a:srgbClr val="FF9900"/>
        </a:buClr>
        <a:buFont typeface="Wingdings" charset="2"/>
        <a:buChar char="§"/>
        <a:defRPr sz="2000">
          <a:solidFill>
            <a:schemeClr val="tx1"/>
          </a:solidFill>
          <a:latin typeface="Arial" charset="0"/>
          <a:ea typeface="ＭＳ Ｐゴシック" charset="-128"/>
        </a:defRPr>
      </a:lvl5pPr>
      <a:lvl6pPr marL="2667000" indent="-381000" algn="l" rtl="0" eaLnBrk="0" fontAlgn="base" hangingPunct="0">
        <a:spcBef>
          <a:spcPct val="20000"/>
        </a:spcBef>
        <a:spcAft>
          <a:spcPct val="0"/>
        </a:spcAft>
        <a:buClr>
          <a:srgbClr val="FF9900"/>
        </a:buClr>
        <a:buFont typeface="Wingdings" pitchFamily="2" charset="2"/>
        <a:buChar char="§"/>
        <a:defRPr sz="2000">
          <a:solidFill>
            <a:schemeClr val="tx1"/>
          </a:solidFill>
          <a:latin typeface="+mn-lt"/>
        </a:defRPr>
      </a:lvl6pPr>
      <a:lvl7pPr marL="3124200" indent="-381000" algn="l" rtl="0" eaLnBrk="0" fontAlgn="base" hangingPunct="0">
        <a:spcBef>
          <a:spcPct val="20000"/>
        </a:spcBef>
        <a:spcAft>
          <a:spcPct val="0"/>
        </a:spcAft>
        <a:buClr>
          <a:srgbClr val="FF9900"/>
        </a:buClr>
        <a:buFont typeface="Wingdings" pitchFamily="2" charset="2"/>
        <a:buChar char="§"/>
        <a:defRPr sz="2000">
          <a:solidFill>
            <a:schemeClr val="tx1"/>
          </a:solidFill>
          <a:latin typeface="+mn-lt"/>
        </a:defRPr>
      </a:lvl7pPr>
      <a:lvl8pPr marL="3581400" indent="-381000" algn="l" rtl="0" eaLnBrk="0" fontAlgn="base" hangingPunct="0">
        <a:spcBef>
          <a:spcPct val="20000"/>
        </a:spcBef>
        <a:spcAft>
          <a:spcPct val="0"/>
        </a:spcAft>
        <a:buClr>
          <a:srgbClr val="FF9900"/>
        </a:buClr>
        <a:buFont typeface="Wingdings" pitchFamily="2" charset="2"/>
        <a:buChar char="§"/>
        <a:defRPr sz="2000">
          <a:solidFill>
            <a:schemeClr val="tx1"/>
          </a:solidFill>
          <a:latin typeface="+mn-lt"/>
        </a:defRPr>
      </a:lvl8pPr>
      <a:lvl9pPr marL="4038600" indent="-381000" algn="l" rtl="0" eaLnBrk="0" fontAlgn="base" hangingPunct="0">
        <a:spcBef>
          <a:spcPct val="20000"/>
        </a:spcBef>
        <a:spcAft>
          <a:spcPct val="0"/>
        </a:spcAft>
        <a:buClr>
          <a:srgbClr val="FF9900"/>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8.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4" Type="http://schemas.openxmlformats.org/officeDocument/2006/relationships/image" Target="../media/image9.png"/><Relationship Id="rId5" Type="http://schemas.openxmlformats.org/officeDocument/2006/relationships/hyperlink" Target="http://external.opengis.org/twiki_public/bin/view/HydrologyDWG/WebHome" TargetMode="External"/><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5.jpeg"/><Relationship Id="rId1" Type="http://schemas.openxmlformats.org/officeDocument/2006/relationships/slideLayout" Target="../slideLayouts/slideLayout2.xml"/><Relationship Id="rId2"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82" name="Rectangle 2"/>
          <p:cNvSpPr>
            <a:spLocks noGrp="1" noChangeArrowheads="1"/>
          </p:cNvSpPr>
          <p:nvPr>
            <p:ph type="ctrTitle"/>
          </p:nvPr>
        </p:nvSpPr>
        <p:spPr>
          <a:xfrm>
            <a:off x="894519" y="2514600"/>
            <a:ext cx="7772400" cy="1143000"/>
          </a:xfrm>
        </p:spPr>
        <p:txBody>
          <a:bodyPr>
            <a:noAutofit/>
          </a:bodyPr>
          <a:lstStyle/>
          <a:p>
            <a:pPr>
              <a:lnSpc>
                <a:spcPct val="100000"/>
              </a:lnSpc>
              <a:spcBef>
                <a:spcPts val="1200"/>
              </a:spcBef>
              <a:defRPr/>
            </a:pPr>
            <a:r>
              <a:rPr lang="en-US" altLang="en-US" b="1" dirty="0" smtClean="0">
                <a:effectLst/>
                <a:latin typeface="+mj-lt"/>
              </a:rPr>
              <a:t>Introduction to the WMO/OGC</a:t>
            </a:r>
            <a:br>
              <a:rPr lang="en-US" altLang="en-US" b="1" dirty="0" smtClean="0">
                <a:effectLst/>
                <a:latin typeface="+mj-lt"/>
              </a:rPr>
            </a:br>
            <a:r>
              <a:rPr lang="en-US" altLang="en-US" b="1" dirty="0" smtClean="0">
                <a:effectLst/>
                <a:latin typeface="+mj-lt"/>
              </a:rPr>
              <a:t>Hydrology Domain Working Group</a:t>
            </a:r>
          </a:p>
        </p:txBody>
      </p:sp>
      <p:pic>
        <p:nvPicPr>
          <p:cNvPr id="8" name="Picture 7" descr="wmologo.jpeg"/>
          <p:cNvPicPr>
            <a:picLocks noChangeAspect="1"/>
          </p:cNvPicPr>
          <p:nvPr/>
        </p:nvPicPr>
        <p:blipFill>
          <a:blip r:embed="rId2"/>
          <a:stretch>
            <a:fillRect/>
          </a:stretch>
        </p:blipFill>
        <p:spPr>
          <a:xfrm>
            <a:off x="8278274" y="5949280"/>
            <a:ext cx="826527" cy="864096"/>
          </a:xfrm>
          <a:prstGeom prst="rect">
            <a:avLst/>
          </a:prstGeom>
        </p:spPr>
      </p:pic>
      <p:sp>
        <p:nvSpPr>
          <p:cNvPr id="2" name="TextBox 1"/>
          <p:cNvSpPr txBox="1"/>
          <p:nvPr/>
        </p:nvSpPr>
        <p:spPr>
          <a:xfrm>
            <a:off x="1981200" y="4800600"/>
            <a:ext cx="5410200" cy="762000"/>
          </a:xfrm>
          <a:prstGeom prst="rect">
            <a:avLst/>
          </a:prstGeom>
          <a:noFill/>
        </p:spPr>
        <p:txBody>
          <a:bodyPr wrap="none" rtlCol="0">
            <a:noAutofit/>
          </a:bodyPr>
          <a:lstStyle/>
          <a:p>
            <a:pPr algn="ctr"/>
            <a:r>
              <a:rPr lang="en-US" sz="1600" i="1" dirty="0" err="1" smtClean="0"/>
              <a:t>Ilya</a:t>
            </a:r>
            <a:r>
              <a:rPr lang="en-US" sz="1600" i="1" dirty="0" smtClean="0"/>
              <a:t> </a:t>
            </a:r>
            <a:r>
              <a:rPr lang="en-US" sz="1600" i="1" dirty="0" err="1" smtClean="0"/>
              <a:t>Zaslavsky</a:t>
            </a:r>
            <a:r>
              <a:rPr lang="en-US" sz="1600" i="1" dirty="0" smtClean="0"/>
              <a:t> (USA), Tony Boston (Australia), </a:t>
            </a:r>
            <a:r>
              <a:rPr lang="en-US" sz="1600" i="1" dirty="0" err="1" smtClean="0"/>
              <a:t>Silvano</a:t>
            </a:r>
            <a:r>
              <a:rPr lang="en-US" sz="1600" i="1" dirty="0" smtClean="0"/>
              <a:t> </a:t>
            </a:r>
            <a:r>
              <a:rPr lang="en-US" sz="1600" i="1" dirty="0" err="1" smtClean="0"/>
              <a:t>Pecora</a:t>
            </a:r>
            <a:r>
              <a:rPr lang="en-US" sz="1600" i="1" dirty="0" smtClean="0"/>
              <a:t> (Italy)</a:t>
            </a:r>
          </a:p>
          <a:p>
            <a:pPr algn="ctr"/>
            <a:r>
              <a:rPr lang="en-US" sz="1600" i="1" dirty="0" smtClean="0"/>
              <a:t>HDWG Co-Chairs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pPr>
              <a:defRPr/>
            </a:pPr>
            <a:r>
              <a:rPr lang="en-US" dirty="0" smtClean="0"/>
              <a:t>Benefits of open standards</a:t>
            </a:r>
          </a:p>
        </p:txBody>
      </p:sp>
      <p:sp>
        <p:nvSpPr>
          <p:cNvPr id="7171" name="Rectangle 3"/>
          <p:cNvSpPr>
            <a:spLocks noGrp="1" noChangeArrowheads="1"/>
          </p:cNvSpPr>
          <p:nvPr>
            <p:ph idx="1"/>
          </p:nvPr>
        </p:nvSpPr>
        <p:spPr>
          <a:xfrm>
            <a:off x="342900" y="1503040"/>
            <a:ext cx="8458200" cy="5454352"/>
          </a:xfrm>
        </p:spPr>
        <p:txBody>
          <a:bodyPr>
            <a:noAutofit/>
          </a:bodyPr>
          <a:lstStyle/>
          <a:p>
            <a:r>
              <a:rPr lang="en-US" sz="3200" dirty="0" smtClean="0"/>
              <a:t>Prevents a single group from controlling a standard</a:t>
            </a:r>
          </a:p>
          <a:p>
            <a:r>
              <a:rPr lang="en-US" sz="3200" dirty="0" smtClean="0"/>
              <a:t>Facilitates competition</a:t>
            </a:r>
          </a:p>
          <a:p>
            <a:r>
              <a:rPr lang="en-US" sz="3200" dirty="0" smtClean="0"/>
              <a:t>Stimulates innovation</a:t>
            </a:r>
          </a:p>
          <a:p>
            <a:r>
              <a:rPr lang="en-US" sz="3200" dirty="0" smtClean="0"/>
              <a:t>Customers benefit from not being locked into a particular supplier</a:t>
            </a:r>
          </a:p>
          <a:p>
            <a:pPr marL="0" indent="0">
              <a:buNone/>
            </a:pPr>
            <a:r>
              <a:rPr lang="en-US" sz="2800" dirty="0" smtClean="0">
                <a:latin typeface="NewBaskerville-Roman"/>
              </a:rPr>
              <a:t/>
            </a:r>
            <a:br>
              <a:rPr lang="en-US" sz="2800" dirty="0" smtClean="0">
                <a:latin typeface="NewBaskerville-Roman"/>
              </a:rPr>
            </a:br>
            <a:endParaRPr lang="en-US" sz="1800" dirty="0" smtClean="0">
              <a:latin typeface="NewBaskerville-Roman"/>
            </a:endParaRPr>
          </a:p>
          <a:p>
            <a:pPr lvl="1">
              <a:buFontTx/>
              <a:buNone/>
            </a:pPr>
            <a:r>
              <a:rPr lang="en-US" sz="1600" dirty="0" smtClean="0">
                <a:latin typeface="NewBaskerville-Roman"/>
              </a:rPr>
              <a:t>Source: </a:t>
            </a:r>
            <a:r>
              <a:rPr lang="en-US" sz="1600" b="1" i="1" dirty="0" smtClean="0">
                <a:latin typeface="NewBaskerville-Roman"/>
              </a:rPr>
              <a:t>Open Standards, Open Source, and Open Innovation: Harnessing the Benefits of Openness</a:t>
            </a:r>
            <a:r>
              <a:rPr lang="en-US" sz="1600" dirty="0" smtClean="0">
                <a:latin typeface="NewBaskerville-Roman"/>
              </a:rPr>
              <a:t>, April 2006. </a:t>
            </a:r>
            <a:r>
              <a:rPr lang="en-US" sz="1600" dirty="0" smtClean="0">
                <a:latin typeface="Times New Roman" pitchFamily="18" charset="0"/>
              </a:rPr>
              <a:t>Committee For Economic Development. www.ced.org</a:t>
            </a:r>
            <a:endParaRPr lang="en-US" sz="1600" dirty="0" smtClean="0"/>
          </a:p>
          <a:p>
            <a:endParaRPr lang="en-US" sz="1600" dirty="0" smtClean="0"/>
          </a:p>
        </p:txBody>
      </p:sp>
    </p:spTree>
    <p:extLst>
      <p:ext uri="{BB962C8B-B14F-4D97-AF65-F5344CB8AC3E}">
        <p14:creationId xmlns:p14="http://schemas.microsoft.com/office/powerpoint/2010/main" val="2276605006"/>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ln>
            <a:noFill/>
          </a:ln>
        </p:spPr>
        <p:txBody>
          <a:bodyPr/>
          <a:lstStyle/>
          <a:p>
            <a:r>
              <a:rPr lang="en-US" dirty="0" smtClean="0"/>
              <a:t>What is the OGC?</a:t>
            </a:r>
            <a:endParaRPr lang="en-US" dirty="0" smtClean="0">
              <a:effectLst/>
            </a:endParaRPr>
          </a:p>
        </p:txBody>
      </p:sp>
      <p:sp>
        <p:nvSpPr>
          <p:cNvPr id="6147" name="Rectangle 3"/>
          <p:cNvSpPr>
            <a:spLocks noGrp="1" noChangeArrowheads="1"/>
          </p:cNvSpPr>
          <p:nvPr>
            <p:ph idx="1"/>
          </p:nvPr>
        </p:nvSpPr>
        <p:spPr/>
        <p:txBody>
          <a:bodyPr>
            <a:normAutofit/>
          </a:bodyPr>
          <a:lstStyle/>
          <a:p>
            <a:r>
              <a:rPr lang="en-US" sz="2800" dirty="0" smtClean="0"/>
              <a:t>The Open Geospatial Consortium, Inc. (OGC) is a non-profit, international voluntary consensus standards organization that is leading the development of standards for geospatial and location based services.</a:t>
            </a:r>
          </a:p>
          <a:p>
            <a:pPr lvl="1"/>
            <a:endParaRPr lang="en-US" sz="2400" dirty="0" smtClean="0">
              <a:solidFill>
                <a:srgbClr val="000000"/>
              </a:solidFill>
              <a:cs typeface="Arial" pitchFamily="34" charset="0"/>
            </a:endParaRPr>
          </a:p>
          <a:p>
            <a:pPr lvl="1"/>
            <a:r>
              <a:rPr lang="en-US" sz="2400" dirty="0" smtClean="0">
                <a:solidFill>
                  <a:srgbClr val="000000"/>
                </a:solidFill>
                <a:cs typeface="Arial" pitchFamily="34" charset="0"/>
              </a:rPr>
              <a:t>The OGC facilitates a consensus process in which government, private industry, NGOs, and academia collaborate to create open and extensible software application programming interfaces for geospatial and other mainstream information technologies </a:t>
            </a:r>
            <a:endParaRPr lang="en-US" sz="2400" dirty="0" smtClean="0"/>
          </a:p>
        </p:txBody>
      </p:sp>
    </p:spTree>
    <p:extLst>
      <p:ext uri="{BB962C8B-B14F-4D97-AF65-F5344CB8AC3E}">
        <p14:creationId xmlns:p14="http://schemas.microsoft.com/office/powerpoint/2010/main" val="3120045608"/>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r>
              <a:rPr lang="en-US" dirty="0" smtClean="0"/>
              <a:t>OGC Snapshot</a:t>
            </a:r>
          </a:p>
        </p:txBody>
      </p:sp>
      <p:sp>
        <p:nvSpPr>
          <p:cNvPr id="9221" name="Rectangle 3"/>
          <p:cNvSpPr>
            <a:spLocks noGrp="1" noChangeArrowheads="1"/>
          </p:cNvSpPr>
          <p:nvPr>
            <p:ph idx="1"/>
          </p:nvPr>
        </p:nvSpPr>
        <p:spPr>
          <a:xfrm>
            <a:off x="346075" y="1279525"/>
            <a:ext cx="4772025" cy="4891088"/>
          </a:xfrm>
        </p:spPr>
        <p:txBody>
          <a:bodyPr/>
          <a:lstStyle/>
          <a:p>
            <a:pPr>
              <a:spcBef>
                <a:spcPts val="1176"/>
              </a:spcBef>
            </a:pPr>
            <a:r>
              <a:rPr lang="en-US" dirty="0" smtClean="0"/>
              <a:t>A Voluntary Consensus Standards Organization, founded in 1994.</a:t>
            </a:r>
          </a:p>
          <a:p>
            <a:pPr>
              <a:spcBef>
                <a:spcPts val="1176"/>
              </a:spcBef>
            </a:pPr>
            <a:r>
              <a:rPr lang="en-US" dirty="0" smtClean="0"/>
              <a:t>522 members</a:t>
            </a:r>
          </a:p>
          <a:p>
            <a:pPr>
              <a:spcBef>
                <a:spcPts val="1176"/>
              </a:spcBef>
            </a:pPr>
            <a:r>
              <a:rPr lang="en-US" dirty="0"/>
              <a:t>5</a:t>
            </a:r>
            <a:r>
              <a:rPr lang="en-US" dirty="0" smtClean="0"/>
              <a:t>0+ adopted standards</a:t>
            </a:r>
          </a:p>
          <a:p>
            <a:pPr>
              <a:spcBef>
                <a:spcPts val="1176"/>
              </a:spcBef>
            </a:pPr>
            <a:r>
              <a:rPr lang="en-US" dirty="0" smtClean="0"/>
              <a:t>Hundreds of product implementations </a:t>
            </a:r>
          </a:p>
          <a:p>
            <a:pPr>
              <a:spcBef>
                <a:spcPts val="1176"/>
              </a:spcBef>
            </a:pPr>
            <a:r>
              <a:rPr lang="en-US" dirty="0" smtClean="0"/>
              <a:t>Broad user community implementation worldwide</a:t>
            </a:r>
          </a:p>
          <a:p>
            <a:pPr>
              <a:spcBef>
                <a:spcPts val="1176"/>
              </a:spcBef>
            </a:pPr>
            <a:r>
              <a:rPr lang="en-US" dirty="0" smtClean="0"/>
              <a:t>Alliance partnerships with 30+ standards &amp; professional orgs</a:t>
            </a:r>
          </a:p>
        </p:txBody>
      </p:sp>
      <p:sp>
        <p:nvSpPr>
          <p:cNvPr id="9223" name="Text Box 29"/>
          <p:cNvSpPr txBox="1">
            <a:spLocks noChangeArrowheads="1"/>
          </p:cNvSpPr>
          <p:nvPr/>
        </p:nvSpPr>
        <p:spPr bwMode="auto">
          <a:xfrm>
            <a:off x="5220072" y="1916832"/>
            <a:ext cx="2751074" cy="307777"/>
          </a:xfrm>
          <a:prstGeom prst="rect">
            <a:avLst/>
          </a:prstGeom>
          <a:noFill/>
          <a:ln w="9525">
            <a:noFill/>
            <a:miter lim="800000"/>
            <a:headEnd/>
            <a:tailEnd/>
          </a:ln>
        </p:spPr>
        <p:txBody>
          <a:bodyPr wrap="none">
            <a:spAutoFit/>
          </a:bodyPr>
          <a:lstStyle/>
          <a:p>
            <a:pPr algn="ctr" defTabSz="914400" eaLnBrk="0" fontAlgn="base" hangingPunct="0">
              <a:spcBef>
                <a:spcPct val="20000"/>
              </a:spcBef>
              <a:spcAft>
                <a:spcPct val="0"/>
              </a:spcAft>
              <a:buClr>
                <a:srgbClr val="092E5C"/>
              </a:buClr>
            </a:pPr>
            <a:r>
              <a:rPr lang="en-US" sz="1400" b="1" dirty="0">
                <a:solidFill>
                  <a:srgbClr val="092E5C"/>
                </a:solidFill>
                <a:latin typeface="Arial" pitchFamily="34" charset="0"/>
                <a:cs typeface="Arial" pitchFamily="34" charset="0"/>
              </a:rPr>
              <a:t>OGC Membership Distribution</a:t>
            </a:r>
          </a:p>
        </p:txBody>
      </p:sp>
      <p:graphicFrame>
        <p:nvGraphicFramePr>
          <p:cNvPr id="7" name="Chart 6"/>
          <p:cNvGraphicFramePr>
            <a:graphicFrameLocks/>
          </p:cNvGraphicFramePr>
          <p:nvPr>
            <p:extLst>
              <p:ext uri="{D42A27DB-BD31-4B8C-83A1-F6EECF244321}">
                <p14:modId xmlns:p14="http://schemas.microsoft.com/office/powerpoint/2010/main" val="842818175"/>
              </p:ext>
            </p:extLst>
          </p:nvPr>
        </p:nvGraphicFramePr>
        <p:xfrm>
          <a:off x="3635896" y="2060848"/>
          <a:ext cx="6120680" cy="379980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50356317"/>
      </p:ext>
    </p:extLst>
  </p:cSld>
  <p:clrMapOvr>
    <a:masterClrMapping/>
  </p:clrMapOvr>
  <p:transition advTm="12000">
    <p:zoom dir="in"/>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Standards</a:t>
            </a:r>
            <a:endParaRPr lang="en-US" dirty="0"/>
          </a:p>
        </p:txBody>
      </p:sp>
      <p:sp>
        <p:nvSpPr>
          <p:cNvPr id="3" name="Content Placeholder 2"/>
          <p:cNvSpPr>
            <a:spLocks noGrp="1"/>
          </p:cNvSpPr>
          <p:nvPr>
            <p:ph idx="1"/>
          </p:nvPr>
        </p:nvSpPr>
        <p:spPr/>
        <p:txBody>
          <a:bodyPr/>
          <a:lstStyle/>
          <a:p>
            <a:r>
              <a:rPr lang="en-US" dirty="0">
                <a:latin typeface="Calibri" charset="0"/>
              </a:rPr>
              <a:t>An </a:t>
            </a:r>
            <a:r>
              <a:rPr lang="en-US" b="1" dirty="0">
                <a:solidFill>
                  <a:schemeClr val="tx1"/>
                </a:solidFill>
                <a:latin typeface="Calibri" charset="0"/>
              </a:rPr>
              <a:t>OGC standard </a:t>
            </a:r>
            <a:r>
              <a:rPr lang="en-US" dirty="0">
                <a:latin typeface="Calibri" charset="0"/>
              </a:rPr>
              <a:t>is a document, established by consensus and approved by the OGC Membership, that describe rules, guidelines or characteristics for interfaces and encodings aimed at the achievement of the optimum degree of interoperability.</a:t>
            </a:r>
          </a:p>
          <a:p>
            <a:pPr eaLnBrk="1" hangingPunct="1"/>
            <a:r>
              <a:rPr lang="en-US" b="1" dirty="0">
                <a:solidFill>
                  <a:schemeClr val="tx1"/>
                </a:solidFill>
                <a:latin typeface="Calibri" charset="0"/>
              </a:rPr>
              <a:t>Domain Working Groups (DWG or WG)</a:t>
            </a:r>
            <a:r>
              <a:rPr lang="en-US" dirty="0">
                <a:latin typeface="Calibri" charset="0"/>
              </a:rPr>
              <a:t> </a:t>
            </a:r>
            <a:r>
              <a:rPr lang="en-US" dirty="0">
                <a:solidFill>
                  <a:schemeClr val="bg2"/>
                </a:solidFill>
                <a:latin typeface="Calibri" charset="0"/>
              </a:rPr>
              <a:t>provide a </a:t>
            </a:r>
            <a:r>
              <a:rPr lang="en-US" dirty="0">
                <a:latin typeface="Calibri" charset="0"/>
              </a:rPr>
              <a:t>forum for discussion of key interoperability requirements</a:t>
            </a:r>
            <a:r>
              <a:rPr lang="en-US" dirty="0">
                <a:solidFill>
                  <a:schemeClr val="bg2"/>
                </a:solidFill>
                <a:latin typeface="Calibri" charset="0"/>
              </a:rPr>
              <a:t> </a:t>
            </a:r>
            <a:r>
              <a:rPr lang="en-US" dirty="0">
                <a:latin typeface="Calibri" charset="0"/>
              </a:rPr>
              <a:t>and issues</a:t>
            </a:r>
            <a:r>
              <a:rPr lang="en-US" dirty="0">
                <a:solidFill>
                  <a:schemeClr val="bg2"/>
                </a:solidFill>
                <a:latin typeface="Calibri" charset="0"/>
              </a:rPr>
              <a:t>, discussion and review of </a:t>
            </a:r>
            <a:r>
              <a:rPr lang="en-US" dirty="0">
                <a:latin typeface="Calibri" charset="0"/>
              </a:rPr>
              <a:t>implementation specifications</a:t>
            </a:r>
            <a:r>
              <a:rPr lang="en-US" dirty="0">
                <a:solidFill>
                  <a:schemeClr val="bg2"/>
                </a:solidFill>
                <a:latin typeface="Calibri" charset="0"/>
              </a:rPr>
              <a:t>, and </a:t>
            </a:r>
            <a:r>
              <a:rPr lang="en-US" dirty="0">
                <a:latin typeface="Calibri" charset="0"/>
              </a:rPr>
              <a:t>presentations on key technology</a:t>
            </a:r>
            <a:r>
              <a:rPr lang="en-US" dirty="0">
                <a:solidFill>
                  <a:schemeClr val="bg2"/>
                </a:solidFill>
                <a:latin typeface="Calibri" charset="0"/>
              </a:rPr>
              <a:t> areas relevant to solving geospatial interoperability issues.</a:t>
            </a:r>
          </a:p>
          <a:p>
            <a:r>
              <a:rPr lang="en-US" b="1" dirty="0">
                <a:solidFill>
                  <a:schemeClr val="tx1"/>
                </a:solidFill>
                <a:latin typeface="Corbel" charset="0"/>
              </a:rPr>
              <a:t>Standards Working Groups (SWG) </a:t>
            </a:r>
            <a:r>
              <a:rPr lang="en-US" dirty="0">
                <a:solidFill>
                  <a:schemeClr val="bg2"/>
                </a:solidFill>
                <a:latin typeface="Corbel" charset="0"/>
              </a:rPr>
              <a:t>have </a:t>
            </a:r>
            <a:r>
              <a:rPr lang="en-US" dirty="0">
                <a:latin typeface="Corbel" charset="0"/>
              </a:rPr>
              <a:t>specific charter of working on a candidate standard</a:t>
            </a:r>
            <a:r>
              <a:rPr lang="en-US" dirty="0">
                <a:solidFill>
                  <a:schemeClr val="bg2"/>
                </a:solidFill>
                <a:latin typeface="Corbel" charset="0"/>
              </a:rPr>
              <a:t> prior to approval as an OGC standard or on </a:t>
            </a:r>
            <a:r>
              <a:rPr lang="en-US" dirty="0">
                <a:latin typeface="Corbel" charset="0"/>
              </a:rPr>
              <a:t>making revisions</a:t>
            </a:r>
            <a:r>
              <a:rPr lang="en-US" dirty="0">
                <a:solidFill>
                  <a:schemeClr val="bg2"/>
                </a:solidFill>
                <a:latin typeface="Corbel" charset="0"/>
              </a:rPr>
              <a:t> to an existing OGC standard</a:t>
            </a:r>
            <a:r>
              <a:rPr lang="en-US" dirty="0" smtClean="0">
                <a:solidFill>
                  <a:schemeClr val="bg2"/>
                </a:solidFill>
                <a:latin typeface="Corbel" charset="0"/>
              </a:rPr>
              <a:t>.</a:t>
            </a:r>
            <a:endParaRPr lang="en-US" sz="2000" dirty="0">
              <a:latin typeface="Corbel" charset="0"/>
            </a:endParaRPr>
          </a:p>
        </p:txBody>
      </p:sp>
    </p:spTree>
    <p:extLst>
      <p:ext uri="{BB962C8B-B14F-4D97-AF65-F5344CB8AC3E}">
        <p14:creationId xmlns:p14="http://schemas.microsoft.com/office/powerpoint/2010/main" val="33857987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Document Types</a:t>
            </a:r>
            <a:endParaRPr lang="en-US" dirty="0"/>
          </a:p>
        </p:txBody>
      </p:sp>
      <p:sp>
        <p:nvSpPr>
          <p:cNvPr id="3" name="Content Placeholder 2"/>
          <p:cNvSpPr>
            <a:spLocks noGrp="1"/>
          </p:cNvSpPr>
          <p:nvPr>
            <p:ph idx="1"/>
          </p:nvPr>
        </p:nvSpPr>
        <p:spPr>
          <a:xfrm>
            <a:off x="346075" y="1066800"/>
            <a:ext cx="8458200" cy="4891088"/>
          </a:xfrm>
        </p:spPr>
        <p:txBody>
          <a:bodyPr/>
          <a:lstStyle/>
          <a:p>
            <a:pPr eaLnBrk="1" hangingPunct="1"/>
            <a:r>
              <a:rPr lang="en-US" b="1" dirty="0">
                <a:solidFill>
                  <a:schemeClr val="tx1"/>
                </a:solidFill>
                <a:latin typeface="Calibri" charset="0"/>
              </a:rPr>
              <a:t>Best Practices Documents </a:t>
            </a:r>
            <a:r>
              <a:rPr lang="en-US" dirty="0">
                <a:latin typeface="Calibri" charset="0"/>
              </a:rPr>
              <a:t>contain discussion of best practices related to the use and/or implementation of an adopted OGC standard and for release to the public. Best Practices Documents are an official position of the OGC and thus represent an OGC Member endorsement of the content. </a:t>
            </a:r>
          </a:p>
          <a:p>
            <a:pPr eaLnBrk="1" hangingPunct="1"/>
            <a:r>
              <a:rPr lang="en-US" b="1" dirty="0">
                <a:solidFill>
                  <a:schemeClr val="tx1"/>
                </a:solidFill>
                <a:latin typeface="Calibri" charset="0"/>
              </a:rPr>
              <a:t>Discussion Papers (DP) </a:t>
            </a:r>
            <a:r>
              <a:rPr lang="en-US" dirty="0">
                <a:latin typeface="Calibri" charset="0"/>
              </a:rPr>
              <a:t>provide discussion of some technology or standards development activity in the OGC approved for release to the public. Discussion Papers are not the official position of the OGC and contain a statement to that effect. </a:t>
            </a:r>
          </a:p>
          <a:p>
            <a:pPr eaLnBrk="1" hangingPunct="1"/>
            <a:r>
              <a:rPr lang="en-US" b="1" dirty="0">
                <a:solidFill>
                  <a:schemeClr val="tx1"/>
                </a:solidFill>
                <a:latin typeface="Calibri" charset="0"/>
              </a:rPr>
              <a:t>Public Engineering Reports (ER) </a:t>
            </a:r>
            <a:r>
              <a:rPr lang="en-US" dirty="0">
                <a:latin typeface="Calibri" charset="0"/>
              </a:rPr>
              <a:t>are documents that report on some technical activity in an OGC Interoperability Program Initiative. A public ER is an ER that the OGC Members have approved for public release. An ER is not an official position of the OGC</a:t>
            </a:r>
            <a:r>
              <a:rPr lang="en-US" dirty="0" smtClean="0">
                <a:latin typeface="Calibri" charset="0"/>
              </a:rPr>
              <a:t>.</a:t>
            </a:r>
            <a:endParaRPr lang="en-US" dirty="0">
              <a:latin typeface="Calibri" charset="0"/>
            </a:endParaRPr>
          </a:p>
        </p:txBody>
      </p:sp>
    </p:spTree>
    <p:extLst>
      <p:ext uri="{BB962C8B-B14F-4D97-AF65-F5344CB8AC3E}">
        <p14:creationId xmlns:p14="http://schemas.microsoft.com/office/powerpoint/2010/main" val="9607550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ffectLst>
                  <a:outerShdw blurRad="38100" dist="38100" dir="2700000" algn="tl">
                    <a:srgbClr val="DDDDDD"/>
                  </a:outerShdw>
                </a:effectLst>
                <a:ea typeface="ＭＳ Ｐゴシック" charset="-128"/>
                <a:cs typeface="ＭＳ Ｐゴシック" charset="-128"/>
              </a:rPr>
              <a:t>OGC Web Services</a:t>
            </a:r>
          </a:p>
        </p:txBody>
      </p:sp>
      <p:sp>
        <p:nvSpPr>
          <p:cNvPr id="63493" name="Content Placeholder 2"/>
          <p:cNvSpPr>
            <a:spLocks noGrp="1"/>
          </p:cNvSpPr>
          <p:nvPr>
            <p:ph sz="half" idx="1"/>
          </p:nvPr>
        </p:nvSpPr>
        <p:spPr>
          <a:xfrm>
            <a:off x="158750" y="1279525"/>
            <a:ext cx="4152900" cy="4799013"/>
          </a:xfrm>
        </p:spPr>
        <p:txBody>
          <a:bodyPr/>
          <a:lstStyle/>
          <a:p>
            <a:r>
              <a:rPr lang="en-US" dirty="0" smtClean="0"/>
              <a:t>Service endpoints</a:t>
            </a:r>
          </a:p>
          <a:p>
            <a:pPr lvl="1"/>
            <a:r>
              <a:rPr lang="en-US" sz="1800" dirty="0" smtClean="0"/>
              <a:t>Catalogue Services (CSW)</a:t>
            </a:r>
            <a:endParaRPr lang="en-US" sz="1800" dirty="0"/>
          </a:p>
          <a:p>
            <a:pPr lvl="1"/>
            <a:r>
              <a:rPr lang="en-US" sz="1800" dirty="0" smtClean="0"/>
              <a:t>Web Map Service (WMS)</a:t>
            </a:r>
          </a:p>
          <a:p>
            <a:pPr lvl="1"/>
            <a:r>
              <a:rPr lang="en-US" sz="1800" dirty="0">
                <a:solidFill>
                  <a:srgbClr val="092E5C"/>
                </a:solidFill>
              </a:rPr>
              <a:t>Web Feature Service (WFS</a:t>
            </a:r>
            <a:r>
              <a:rPr lang="en-US" sz="1800" dirty="0" smtClean="0">
                <a:solidFill>
                  <a:srgbClr val="092E5C"/>
                </a:solidFill>
              </a:rPr>
              <a:t>)</a:t>
            </a:r>
          </a:p>
          <a:p>
            <a:pPr lvl="1"/>
            <a:r>
              <a:rPr lang="en-US" sz="1800" dirty="0" smtClean="0">
                <a:solidFill>
                  <a:srgbClr val="092E5C"/>
                </a:solidFill>
              </a:rPr>
              <a:t>Web Coverage Service (WCS)</a:t>
            </a:r>
          </a:p>
          <a:p>
            <a:pPr lvl="1"/>
            <a:r>
              <a:rPr lang="en-US" sz="1800" dirty="0" smtClean="0"/>
              <a:t>Web Processing Service (WPS)</a:t>
            </a:r>
          </a:p>
          <a:p>
            <a:pPr lvl="1"/>
            <a:r>
              <a:rPr lang="en-US" sz="1800" dirty="0" smtClean="0"/>
              <a:t>Sensor Observation Service (SOS)</a:t>
            </a:r>
          </a:p>
          <a:p>
            <a:pPr lvl="1"/>
            <a:r>
              <a:rPr lang="en-US" sz="1800" dirty="0" err="1"/>
              <a:t>e</a:t>
            </a:r>
            <a:r>
              <a:rPr lang="en-US" sz="1800" dirty="0" err="1" smtClean="0"/>
              <a:t>tc</a:t>
            </a:r>
            <a:r>
              <a:rPr lang="mr-IN" sz="1800" dirty="0" smtClean="0"/>
              <a:t>…</a:t>
            </a:r>
            <a:endParaRPr lang="en-US" sz="1800" dirty="0" smtClean="0"/>
          </a:p>
        </p:txBody>
      </p:sp>
      <p:sp>
        <p:nvSpPr>
          <p:cNvPr id="63494" name="Content Placeholder 3"/>
          <p:cNvSpPr txBox="1">
            <a:spLocks/>
          </p:cNvSpPr>
          <p:nvPr/>
        </p:nvSpPr>
        <p:spPr bwMode="auto">
          <a:xfrm>
            <a:off x="3971925" y="1283042"/>
            <a:ext cx="5172075" cy="5041558"/>
          </a:xfrm>
          <a:prstGeom prst="rect">
            <a:avLst/>
          </a:prstGeom>
          <a:noFill/>
          <a:ln w="9525">
            <a:noFill/>
            <a:miter lim="800000"/>
            <a:headEnd/>
            <a:tailEnd/>
          </a:ln>
        </p:spPr>
        <p:txBody>
          <a:bodyPr/>
          <a:lstStyle/>
          <a:p>
            <a:pPr marL="233363" indent="-233363" eaLnBrk="0" hangingPunct="0">
              <a:spcBef>
                <a:spcPct val="20000"/>
              </a:spcBef>
              <a:buClr>
                <a:srgbClr val="092E5C"/>
              </a:buClr>
              <a:buFontTx/>
              <a:buChar char="•"/>
            </a:pPr>
            <a:r>
              <a:rPr lang="en-US" sz="2400" b="0" dirty="0" smtClean="0">
                <a:solidFill>
                  <a:schemeClr val="tx2"/>
                </a:solidFill>
                <a:latin typeface="Arial" pitchFamily="34" charset="0"/>
              </a:rPr>
              <a:t>Information Models/Encodings</a:t>
            </a:r>
            <a:endParaRPr lang="en-US" sz="2400" b="0" dirty="0">
              <a:solidFill>
                <a:schemeClr val="tx2"/>
              </a:solidFill>
              <a:latin typeface="Arial" pitchFamily="34" charset="0"/>
            </a:endParaRPr>
          </a:p>
          <a:p>
            <a:pPr marL="569913" lvl="1" indent="-222250" eaLnBrk="0" hangingPunct="0">
              <a:lnSpc>
                <a:spcPct val="90000"/>
              </a:lnSpc>
              <a:spcBef>
                <a:spcPct val="20000"/>
              </a:spcBef>
              <a:buClr>
                <a:srgbClr val="092E5C"/>
              </a:buClr>
              <a:buFontTx/>
              <a:buChar char="–"/>
            </a:pPr>
            <a:r>
              <a:rPr lang="en-US" sz="1800" b="0" dirty="0" smtClean="0">
                <a:solidFill>
                  <a:schemeClr val="tx2"/>
                </a:solidFill>
                <a:latin typeface="Arial" pitchFamily="34" charset="0"/>
              </a:rPr>
              <a:t>Geography </a:t>
            </a:r>
            <a:r>
              <a:rPr lang="en-US" sz="1800" b="0" dirty="0">
                <a:solidFill>
                  <a:schemeClr val="tx2"/>
                </a:solidFill>
                <a:latin typeface="Arial" pitchFamily="34" charset="0"/>
              </a:rPr>
              <a:t>Markup Language (GML)</a:t>
            </a:r>
          </a:p>
          <a:p>
            <a:pPr marL="912813" lvl="2" indent="-228600" eaLnBrk="0" hangingPunct="0">
              <a:lnSpc>
                <a:spcPct val="90000"/>
              </a:lnSpc>
              <a:spcBef>
                <a:spcPct val="20000"/>
              </a:spcBef>
              <a:buClr>
                <a:srgbClr val="092E5C"/>
              </a:buClr>
              <a:buFontTx/>
              <a:buChar char="•"/>
            </a:pPr>
            <a:r>
              <a:rPr lang="en-US" sz="1600" b="0" dirty="0" err="1">
                <a:solidFill>
                  <a:schemeClr val="tx2"/>
                </a:solidFill>
                <a:latin typeface="Arial" pitchFamily="34" charset="0"/>
              </a:rPr>
              <a:t>CityGML</a:t>
            </a:r>
            <a:endParaRPr lang="en-US" sz="1600" b="0" dirty="0">
              <a:solidFill>
                <a:schemeClr val="tx2"/>
              </a:solidFill>
              <a:latin typeface="Arial" pitchFamily="34" charset="0"/>
            </a:endParaRPr>
          </a:p>
          <a:p>
            <a:pPr marL="912813" lvl="2" indent="-228600" eaLnBrk="0" hangingPunct="0">
              <a:lnSpc>
                <a:spcPct val="90000"/>
              </a:lnSpc>
              <a:spcBef>
                <a:spcPct val="20000"/>
              </a:spcBef>
              <a:buClr>
                <a:srgbClr val="092E5C"/>
              </a:buClr>
              <a:buFontTx/>
              <a:buChar char="•"/>
            </a:pPr>
            <a:r>
              <a:rPr lang="en-US" sz="1600" b="0" dirty="0">
                <a:solidFill>
                  <a:schemeClr val="tx2"/>
                </a:solidFill>
                <a:latin typeface="Arial" pitchFamily="34" charset="0"/>
              </a:rPr>
              <a:t>GML Simple </a:t>
            </a:r>
            <a:r>
              <a:rPr lang="en-US" sz="1600" b="0" dirty="0" smtClean="0">
                <a:solidFill>
                  <a:schemeClr val="tx2"/>
                </a:solidFill>
                <a:latin typeface="Arial" pitchFamily="34" charset="0"/>
              </a:rPr>
              <a:t>Features</a:t>
            </a:r>
            <a:endParaRPr lang="en-US" sz="1600" b="0" dirty="0">
              <a:solidFill>
                <a:schemeClr val="tx2"/>
              </a:solidFill>
              <a:latin typeface="Arial" pitchFamily="34" charset="0"/>
            </a:endParaRPr>
          </a:p>
          <a:p>
            <a:pPr marL="569913" lvl="1" indent="-222250" eaLnBrk="0" hangingPunct="0">
              <a:lnSpc>
                <a:spcPct val="90000"/>
              </a:lnSpc>
              <a:spcBef>
                <a:spcPct val="20000"/>
              </a:spcBef>
              <a:buClr>
                <a:srgbClr val="092E5C"/>
              </a:buClr>
              <a:buFontTx/>
              <a:buChar char="–"/>
            </a:pPr>
            <a:r>
              <a:rPr lang="en-US" sz="1800" b="0" dirty="0" smtClean="0">
                <a:solidFill>
                  <a:schemeClr val="tx2"/>
                </a:solidFill>
                <a:latin typeface="Arial" pitchFamily="34" charset="0"/>
              </a:rPr>
              <a:t>Observations &amp; Measurements (O&amp;M)</a:t>
            </a:r>
          </a:p>
          <a:p>
            <a:pPr marL="569913" lvl="1" indent="-222250" eaLnBrk="0" hangingPunct="0">
              <a:lnSpc>
                <a:spcPct val="90000"/>
              </a:lnSpc>
              <a:spcBef>
                <a:spcPct val="20000"/>
              </a:spcBef>
              <a:buClr>
                <a:srgbClr val="092E5C"/>
              </a:buClr>
              <a:buFontTx/>
              <a:buChar char="–"/>
            </a:pPr>
            <a:r>
              <a:rPr lang="en-US" sz="1800" b="0" dirty="0">
                <a:solidFill>
                  <a:schemeClr val="tx2"/>
                </a:solidFill>
                <a:latin typeface="Arial" pitchFamily="34" charset="0"/>
              </a:rPr>
              <a:t>Sensor Web Enablement Common (SWE Common)</a:t>
            </a:r>
          </a:p>
          <a:p>
            <a:pPr marL="569913" lvl="1" indent="-222250" eaLnBrk="0" hangingPunct="0">
              <a:lnSpc>
                <a:spcPct val="90000"/>
              </a:lnSpc>
              <a:spcBef>
                <a:spcPct val="20000"/>
              </a:spcBef>
              <a:buClr>
                <a:srgbClr val="092E5C"/>
              </a:buClr>
              <a:buFontTx/>
              <a:buChar char="–"/>
            </a:pPr>
            <a:r>
              <a:rPr lang="en-US" sz="1800" b="0" dirty="0">
                <a:solidFill>
                  <a:schemeClr val="tx2"/>
                </a:solidFill>
                <a:latin typeface="Arial" pitchFamily="34" charset="0"/>
              </a:rPr>
              <a:t>Sensor Model Language (</a:t>
            </a:r>
            <a:r>
              <a:rPr lang="en-US" sz="1800" b="0" dirty="0" err="1">
                <a:solidFill>
                  <a:schemeClr val="tx2"/>
                </a:solidFill>
                <a:latin typeface="Arial" pitchFamily="34" charset="0"/>
              </a:rPr>
              <a:t>SensorML</a:t>
            </a:r>
            <a:r>
              <a:rPr lang="en-US" sz="1800" b="0" dirty="0">
                <a:solidFill>
                  <a:schemeClr val="tx2"/>
                </a:solidFill>
                <a:latin typeface="Arial" pitchFamily="34" charset="0"/>
              </a:rPr>
              <a:t>)</a:t>
            </a:r>
          </a:p>
          <a:p>
            <a:pPr marL="569913" lvl="1" indent="-222250" eaLnBrk="0" hangingPunct="0">
              <a:lnSpc>
                <a:spcPct val="90000"/>
              </a:lnSpc>
              <a:spcBef>
                <a:spcPct val="20000"/>
              </a:spcBef>
              <a:buClr>
                <a:srgbClr val="092E5C"/>
              </a:buClr>
              <a:buFontTx/>
              <a:buChar char="–"/>
            </a:pPr>
            <a:r>
              <a:rPr lang="en-US" sz="1800" b="0" dirty="0" smtClean="0">
                <a:solidFill>
                  <a:schemeClr val="tx2"/>
                </a:solidFill>
                <a:latin typeface="Arial" pitchFamily="34" charset="0"/>
              </a:rPr>
              <a:t>WaterML2: Part 1, 2,</a:t>
            </a:r>
            <a:r>
              <a:rPr lang="mr-IN" sz="1800" b="0" dirty="0" smtClean="0">
                <a:solidFill>
                  <a:schemeClr val="tx2"/>
                </a:solidFill>
                <a:latin typeface="Arial" pitchFamily="34" charset="0"/>
              </a:rPr>
              <a:t>…</a:t>
            </a:r>
            <a:endParaRPr lang="en-AU" sz="1800" b="0" dirty="0" smtClean="0">
              <a:solidFill>
                <a:schemeClr val="tx2"/>
              </a:solidFill>
              <a:latin typeface="Arial" pitchFamily="34" charset="0"/>
            </a:endParaRPr>
          </a:p>
          <a:p>
            <a:pPr marL="569913" lvl="1" indent="-222250" eaLnBrk="0" hangingPunct="0">
              <a:lnSpc>
                <a:spcPct val="90000"/>
              </a:lnSpc>
              <a:spcBef>
                <a:spcPct val="20000"/>
              </a:spcBef>
              <a:buClr>
                <a:srgbClr val="092E5C"/>
              </a:buClr>
              <a:buFontTx/>
              <a:buChar char="–"/>
            </a:pPr>
            <a:r>
              <a:rPr lang="en-AU" sz="1800" b="0" dirty="0" err="1" smtClean="0">
                <a:solidFill>
                  <a:schemeClr val="tx2"/>
                </a:solidFill>
                <a:latin typeface="Arial" pitchFamily="34" charset="0"/>
              </a:rPr>
              <a:t>TimeseriesML</a:t>
            </a:r>
            <a:endParaRPr lang="en-US" sz="1800" b="0" dirty="0">
              <a:solidFill>
                <a:schemeClr val="tx2"/>
              </a:solidFill>
              <a:latin typeface="Arial" pitchFamily="34" charset="0"/>
            </a:endParaRPr>
          </a:p>
          <a:p>
            <a:pPr marL="569913" lvl="1" indent="-222250" eaLnBrk="0" hangingPunct="0">
              <a:lnSpc>
                <a:spcPct val="90000"/>
              </a:lnSpc>
              <a:spcBef>
                <a:spcPct val="20000"/>
              </a:spcBef>
              <a:buClr>
                <a:srgbClr val="092E5C"/>
              </a:buClr>
              <a:buFontTx/>
              <a:buChar char="–"/>
            </a:pPr>
            <a:r>
              <a:rPr lang="en-US" sz="1800" b="0" dirty="0" err="1" smtClean="0">
                <a:solidFill>
                  <a:schemeClr val="tx2"/>
                </a:solidFill>
                <a:latin typeface="Arial" pitchFamily="34" charset="0"/>
              </a:rPr>
              <a:t>GeoSciML</a:t>
            </a:r>
            <a:endParaRPr lang="en-US" sz="1800" b="0" dirty="0" smtClean="0">
              <a:solidFill>
                <a:schemeClr val="tx2"/>
              </a:solidFill>
              <a:latin typeface="Arial" pitchFamily="34" charset="0"/>
            </a:endParaRPr>
          </a:p>
          <a:p>
            <a:pPr marL="569913" lvl="1" indent="-222250" eaLnBrk="0" hangingPunct="0">
              <a:lnSpc>
                <a:spcPct val="90000"/>
              </a:lnSpc>
              <a:spcBef>
                <a:spcPct val="20000"/>
              </a:spcBef>
              <a:buClr>
                <a:srgbClr val="092E5C"/>
              </a:buClr>
              <a:buFontTx/>
              <a:buChar char="–"/>
            </a:pPr>
            <a:r>
              <a:rPr lang="en-US" sz="1800" b="0" dirty="0" smtClean="0">
                <a:solidFill>
                  <a:schemeClr val="tx2"/>
                </a:solidFill>
                <a:latin typeface="Arial" pitchFamily="34" charset="0"/>
              </a:rPr>
              <a:t>GroundWaterML2</a:t>
            </a:r>
            <a:endParaRPr lang="en-US" sz="1800" b="0" dirty="0">
              <a:solidFill>
                <a:schemeClr val="tx2"/>
              </a:solidFill>
              <a:latin typeface="Arial" pitchFamily="34" charset="0"/>
            </a:endParaRPr>
          </a:p>
          <a:p>
            <a:pPr marL="569913" lvl="1" indent="-222250" eaLnBrk="0" hangingPunct="0">
              <a:lnSpc>
                <a:spcPct val="90000"/>
              </a:lnSpc>
              <a:spcBef>
                <a:spcPct val="20000"/>
              </a:spcBef>
              <a:buClr>
                <a:srgbClr val="092E5C"/>
              </a:buClr>
              <a:buFontTx/>
              <a:buChar char="–"/>
            </a:pPr>
            <a:r>
              <a:rPr lang="en-US" sz="1800" b="0" dirty="0" smtClean="0">
                <a:solidFill>
                  <a:schemeClr val="tx2"/>
                </a:solidFill>
                <a:latin typeface="Arial" pitchFamily="34" charset="0"/>
              </a:rPr>
              <a:t>KML</a:t>
            </a:r>
          </a:p>
          <a:p>
            <a:pPr marL="569913" lvl="1" indent="-222250" eaLnBrk="0" hangingPunct="0">
              <a:lnSpc>
                <a:spcPct val="90000"/>
              </a:lnSpc>
              <a:spcBef>
                <a:spcPct val="20000"/>
              </a:spcBef>
              <a:buClr>
                <a:srgbClr val="092E5C"/>
              </a:buClr>
              <a:buFontTx/>
              <a:buChar char="–"/>
            </a:pPr>
            <a:r>
              <a:rPr lang="en-US" sz="1800" b="0" dirty="0" err="1" smtClean="0">
                <a:solidFill>
                  <a:schemeClr val="tx2"/>
                </a:solidFill>
                <a:latin typeface="Arial" pitchFamily="34" charset="0"/>
              </a:rPr>
              <a:t>NetCDF</a:t>
            </a:r>
            <a:endParaRPr lang="en-US" sz="1800" b="0" dirty="0" smtClean="0">
              <a:solidFill>
                <a:schemeClr val="tx2"/>
              </a:solidFill>
              <a:latin typeface="Arial" pitchFamily="34" charset="0"/>
            </a:endParaRPr>
          </a:p>
          <a:p>
            <a:pPr marL="569913" lvl="1" indent="-222250" eaLnBrk="0" hangingPunct="0">
              <a:lnSpc>
                <a:spcPct val="90000"/>
              </a:lnSpc>
              <a:spcBef>
                <a:spcPct val="20000"/>
              </a:spcBef>
              <a:buClr>
                <a:srgbClr val="092E5C"/>
              </a:buClr>
              <a:buFontTx/>
              <a:buChar char="–"/>
            </a:pPr>
            <a:r>
              <a:rPr lang="en-US" sz="1800" b="0" dirty="0" err="1">
                <a:solidFill>
                  <a:schemeClr val="tx2"/>
                </a:solidFill>
                <a:latin typeface="Arial" pitchFamily="34" charset="0"/>
              </a:rPr>
              <a:t>e</a:t>
            </a:r>
            <a:r>
              <a:rPr lang="en-US" sz="1800" b="0" dirty="0" err="1" smtClean="0">
                <a:solidFill>
                  <a:schemeClr val="tx2"/>
                </a:solidFill>
                <a:latin typeface="Arial" pitchFamily="34" charset="0"/>
              </a:rPr>
              <a:t>tc</a:t>
            </a:r>
            <a:r>
              <a:rPr lang="mr-IN" sz="1800" b="0" dirty="0" smtClean="0">
                <a:solidFill>
                  <a:schemeClr val="tx2"/>
                </a:solidFill>
                <a:latin typeface="Arial" pitchFamily="34" charset="0"/>
              </a:rPr>
              <a:t>…</a:t>
            </a:r>
            <a:endParaRPr lang="en-US" sz="1800" b="0" dirty="0" smtClean="0">
              <a:solidFill>
                <a:schemeClr val="tx2"/>
              </a:solidFill>
              <a:latin typeface="Arial" pitchFamily="34" charset="0"/>
            </a:endParaRPr>
          </a:p>
          <a:p>
            <a:pPr marL="569913" lvl="1" indent="-222250" eaLnBrk="0" hangingPunct="0">
              <a:lnSpc>
                <a:spcPct val="90000"/>
              </a:lnSpc>
              <a:spcBef>
                <a:spcPct val="20000"/>
              </a:spcBef>
              <a:buClr>
                <a:srgbClr val="092E5C"/>
              </a:buClr>
              <a:buFontTx/>
              <a:buChar char="–"/>
            </a:pPr>
            <a:endParaRPr lang="en-US" sz="1800" b="0" dirty="0">
              <a:solidFill>
                <a:schemeClr val="tx2"/>
              </a:solidFill>
              <a:latin typeface="Arial" pitchFamily="34" charset="0"/>
            </a:endParaRPr>
          </a:p>
        </p:txBody>
      </p:sp>
    </p:spTree>
    <p:extLst>
      <p:ext uri="{BB962C8B-B14F-4D97-AF65-F5344CB8AC3E}">
        <p14:creationId xmlns:p14="http://schemas.microsoft.com/office/powerpoint/2010/main" val="8618801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3263391" y="1020979"/>
            <a:ext cx="4051809" cy="5259350"/>
          </a:xfrm>
          <a:prstGeom prst="rect">
            <a:avLst/>
          </a:prstGeom>
        </p:spPr>
      </p:pic>
      <p:sp>
        <p:nvSpPr>
          <p:cNvPr id="2" name="Title 1"/>
          <p:cNvSpPr>
            <a:spLocks noGrp="1"/>
          </p:cNvSpPr>
          <p:nvPr>
            <p:ph type="title"/>
          </p:nvPr>
        </p:nvSpPr>
        <p:spPr/>
        <p:txBody>
          <a:bodyPr/>
          <a:lstStyle/>
          <a:p>
            <a:r>
              <a:rPr lang="en-US" dirty="0" smtClean="0"/>
              <a:t>Harmonization</a:t>
            </a:r>
            <a:endParaRPr lang="en-US" dirty="0"/>
          </a:p>
        </p:txBody>
      </p:sp>
      <p:sp>
        <p:nvSpPr>
          <p:cNvPr id="8" name="Rounded Rectangle 7"/>
          <p:cNvSpPr/>
          <p:nvPr/>
        </p:nvSpPr>
        <p:spPr>
          <a:xfrm>
            <a:off x="3199247" y="949318"/>
            <a:ext cx="2540175" cy="2783607"/>
          </a:xfrm>
          <a:prstGeom prst="roundRect">
            <a:avLst/>
          </a:prstGeom>
          <a:noFill/>
          <a:ln>
            <a:solidFill>
              <a:schemeClr val="accent5">
                <a:lumMod val="75000"/>
              </a:schemeClr>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US"/>
          </a:p>
        </p:txBody>
      </p:sp>
      <p:sp>
        <p:nvSpPr>
          <p:cNvPr id="3" name="TextBox 2"/>
          <p:cNvSpPr txBox="1"/>
          <p:nvPr/>
        </p:nvSpPr>
        <p:spPr>
          <a:xfrm>
            <a:off x="6019800" y="1020979"/>
            <a:ext cx="1828800" cy="2408021"/>
          </a:xfrm>
          <a:prstGeom prst="rect">
            <a:avLst/>
          </a:prstGeom>
          <a:solidFill>
            <a:srgbClr val="FFFFFF"/>
          </a:solidFill>
        </p:spPr>
        <p:txBody>
          <a:bodyPr wrap="square" rtlCol="0">
            <a:noAutofit/>
          </a:bodyPr>
          <a:lstStyle/>
          <a:p>
            <a:endParaRPr lang="en-US" dirty="0" err="1" smtClean="0"/>
          </a:p>
        </p:txBody>
      </p:sp>
    </p:spTree>
    <p:extLst>
      <p:ext uri="{BB962C8B-B14F-4D97-AF65-F5344CB8AC3E}">
        <p14:creationId xmlns:p14="http://schemas.microsoft.com/office/powerpoint/2010/main" val="7968341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4"/>
          <p:cNvSpPr>
            <a:spLocks noGrp="1" noChangeArrowheads="1"/>
          </p:cNvSpPr>
          <p:nvPr>
            <p:ph type="title"/>
          </p:nvPr>
        </p:nvSpPr>
        <p:spPr>
          <a:xfrm>
            <a:off x="1676401" y="381000"/>
            <a:ext cx="7467600" cy="792162"/>
          </a:xfrm>
        </p:spPr>
        <p:txBody>
          <a:bodyPr/>
          <a:lstStyle/>
          <a:p>
            <a:r>
              <a:rPr lang="en-GB" sz="2800" b="1" dirty="0" smtClean="0"/>
              <a:t>World Meteorological Organization (WMO)</a:t>
            </a:r>
            <a:endParaRPr lang="en-US" sz="2800" b="1" dirty="0"/>
          </a:p>
        </p:txBody>
      </p:sp>
      <p:sp>
        <p:nvSpPr>
          <p:cNvPr id="29702" name="Text Box 6"/>
          <p:cNvSpPr txBox="1">
            <a:spLocks noChangeArrowheads="1"/>
          </p:cNvSpPr>
          <p:nvPr/>
        </p:nvSpPr>
        <p:spPr bwMode="auto">
          <a:xfrm>
            <a:off x="1619250" y="2420938"/>
            <a:ext cx="3960813" cy="457200"/>
          </a:xfrm>
          <a:prstGeom prst="rect">
            <a:avLst/>
          </a:prstGeom>
          <a:noFill/>
          <a:ln w="9525">
            <a:noFill/>
            <a:miter lim="800000"/>
            <a:headEnd/>
            <a:tailEnd/>
          </a:ln>
          <a:effectLst/>
        </p:spPr>
        <p:txBody>
          <a:bodyPr>
            <a:prstTxWarp prst="textNoShape">
              <a:avLst/>
            </a:prstTxWarp>
            <a:spAutoFit/>
          </a:bodyPr>
          <a:lstStyle/>
          <a:p>
            <a:pPr eaLnBrk="0" hangingPunct="0">
              <a:spcBef>
                <a:spcPct val="50000"/>
              </a:spcBef>
              <a:buClr>
                <a:srgbClr val="FF9900"/>
              </a:buClr>
              <a:buFont typeface="Wingdings" charset="2"/>
              <a:buChar char="§"/>
            </a:pPr>
            <a:endParaRPr lang="en-US" sz="2400" b="0">
              <a:solidFill>
                <a:srgbClr val="000000"/>
              </a:solidFill>
              <a:latin typeface="Arial" charset="0"/>
              <a:ea typeface=""/>
            </a:endParaRPr>
          </a:p>
        </p:txBody>
      </p:sp>
      <p:sp>
        <p:nvSpPr>
          <p:cNvPr id="4" name="TextBox 3"/>
          <p:cNvSpPr txBox="1"/>
          <p:nvPr/>
        </p:nvSpPr>
        <p:spPr>
          <a:xfrm>
            <a:off x="2667000" y="908720"/>
            <a:ext cx="4900500" cy="461665"/>
          </a:xfrm>
          <a:prstGeom prst="rect">
            <a:avLst/>
          </a:prstGeom>
          <a:noFill/>
        </p:spPr>
        <p:txBody>
          <a:bodyPr wrap="none" rtlCol="0">
            <a:spAutoFit/>
          </a:bodyPr>
          <a:lstStyle/>
          <a:p>
            <a:pPr eaLnBrk="0" hangingPunct="0">
              <a:spcBef>
                <a:spcPct val="50000"/>
              </a:spcBef>
              <a:buClr>
                <a:srgbClr val="FF9900"/>
              </a:buClr>
              <a:buFont typeface="Wingdings" charset="2"/>
              <a:buNone/>
            </a:pPr>
            <a:r>
              <a:rPr lang="en-US" sz="2400" b="0" dirty="0" smtClean="0">
                <a:solidFill>
                  <a:srgbClr val="000000"/>
                </a:solidFill>
                <a:latin typeface="Arial" charset="0"/>
                <a:ea typeface=""/>
              </a:rPr>
              <a:t>191 Member States and Territories</a:t>
            </a:r>
            <a:endParaRPr lang="en-US" sz="2400" b="0" dirty="0">
              <a:solidFill>
                <a:srgbClr val="000000"/>
              </a:solidFill>
              <a:latin typeface="Arial" charset="0"/>
              <a:ea typeface=""/>
            </a:endParaRPr>
          </a:p>
        </p:txBody>
      </p:sp>
      <p:sp>
        <p:nvSpPr>
          <p:cNvPr id="5" name="TextBox 4"/>
          <p:cNvSpPr txBox="1"/>
          <p:nvPr/>
        </p:nvSpPr>
        <p:spPr>
          <a:xfrm>
            <a:off x="251520" y="1556792"/>
            <a:ext cx="3536695" cy="461665"/>
          </a:xfrm>
          <a:prstGeom prst="rect">
            <a:avLst/>
          </a:prstGeom>
          <a:noFill/>
        </p:spPr>
        <p:txBody>
          <a:bodyPr wrap="none" rtlCol="0">
            <a:spAutoFit/>
          </a:bodyPr>
          <a:lstStyle/>
          <a:p>
            <a:pPr eaLnBrk="0" hangingPunct="0">
              <a:spcBef>
                <a:spcPct val="50000"/>
              </a:spcBef>
              <a:buClr>
                <a:srgbClr val="FF9900"/>
              </a:buClr>
              <a:buFont typeface="Wingdings" charset="2"/>
              <a:buNone/>
            </a:pPr>
            <a:r>
              <a:rPr lang="en-US" sz="2400" dirty="0" smtClean="0">
                <a:solidFill>
                  <a:srgbClr val="000000"/>
                </a:solidFill>
                <a:latin typeface="Arial" charset="0"/>
                <a:ea typeface=""/>
              </a:rPr>
              <a:t>Mission (</a:t>
            </a:r>
            <a:r>
              <a:rPr lang="en-US" sz="2400" dirty="0" err="1" smtClean="0">
                <a:solidFill>
                  <a:srgbClr val="000000"/>
                </a:solidFill>
                <a:latin typeface="Arial" charset="0"/>
                <a:ea typeface=""/>
              </a:rPr>
              <a:t>summarised</a:t>
            </a:r>
            <a:r>
              <a:rPr lang="en-US" sz="2400" dirty="0" smtClean="0">
                <a:solidFill>
                  <a:srgbClr val="000000"/>
                </a:solidFill>
                <a:latin typeface="Arial" charset="0"/>
                <a:ea typeface=""/>
              </a:rPr>
              <a:t>):</a:t>
            </a:r>
            <a:endParaRPr lang="en-US" sz="2400" dirty="0">
              <a:solidFill>
                <a:srgbClr val="000000"/>
              </a:solidFill>
              <a:latin typeface="Arial" charset="0"/>
              <a:ea typeface=""/>
            </a:endParaRPr>
          </a:p>
        </p:txBody>
      </p:sp>
      <p:sp>
        <p:nvSpPr>
          <p:cNvPr id="7" name="TextBox 6"/>
          <p:cNvSpPr txBox="1"/>
          <p:nvPr/>
        </p:nvSpPr>
        <p:spPr>
          <a:xfrm>
            <a:off x="23815" y="1959304"/>
            <a:ext cx="9144000" cy="5647700"/>
          </a:xfrm>
          <a:prstGeom prst="rect">
            <a:avLst/>
          </a:prstGeom>
          <a:noFill/>
        </p:spPr>
        <p:txBody>
          <a:bodyPr wrap="square" rtlCol="0">
            <a:spAutoFit/>
          </a:bodyPr>
          <a:lstStyle/>
          <a:p>
            <a:pPr marL="205200" eaLnBrk="0" hangingPunct="0">
              <a:spcBef>
                <a:spcPts val="0"/>
              </a:spcBef>
              <a:spcAft>
                <a:spcPts val="300"/>
              </a:spcAft>
              <a:buClr>
                <a:srgbClr val="FF9900"/>
              </a:buClr>
              <a:buFont typeface="Wingdings" charset="2"/>
              <a:buNone/>
            </a:pPr>
            <a:r>
              <a:rPr lang="en-US" sz="2400" b="0" dirty="0" smtClean="0">
                <a:solidFill>
                  <a:srgbClr val="000000"/>
                </a:solidFill>
                <a:latin typeface="Arial" charset="0"/>
                <a:ea typeface=""/>
              </a:rPr>
              <a:t>To facilitate worldwide cooperation in meteorology, hydrology and related fields by:</a:t>
            </a:r>
          </a:p>
          <a:p>
            <a:pPr marL="800100" lvl="1" indent="-342900" eaLnBrk="0" hangingPunct="0">
              <a:spcBef>
                <a:spcPts val="0"/>
              </a:spcBef>
              <a:spcAft>
                <a:spcPts val="300"/>
              </a:spcAft>
              <a:buClr>
                <a:srgbClr val="FF9900"/>
              </a:buClr>
              <a:buFont typeface="Arial"/>
              <a:buChar char="•"/>
            </a:pPr>
            <a:r>
              <a:rPr lang="en-US" sz="2400" b="0" dirty="0">
                <a:solidFill>
                  <a:srgbClr val="000000"/>
                </a:solidFill>
                <a:latin typeface="Arial" charset="0"/>
                <a:ea typeface=""/>
              </a:rPr>
              <a:t>e</a:t>
            </a:r>
            <a:r>
              <a:rPr lang="en-US" sz="2400" b="0" dirty="0" smtClean="0">
                <a:solidFill>
                  <a:srgbClr val="000000"/>
                </a:solidFill>
                <a:latin typeface="Arial" charset="0"/>
                <a:ea typeface=""/>
              </a:rPr>
              <a:t>stablishing networks of observing stations</a:t>
            </a:r>
          </a:p>
          <a:p>
            <a:pPr marL="800100" lvl="1" indent="-342900" eaLnBrk="0" hangingPunct="0">
              <a:spcBef>
                <a:spcPts val="0"/>
              </a:spcBef>
              <a:spcAft>
                <a:spcPts val="300"/>
              </a:spcAft>
              <a:buClr>
                <a:srgbClr val="FF9900"/>
              </a:buClr>
              <a:buFont typeface="Arial"/>
              <a:buChar char="•"/>
            </a:pPr>
            <a:r>
              <a:rPr lang="en-US" sz="2400" b="0" dirty="0">
                <a:solidFill>
                  <a:srgbClr val="000000"/>
                </a:solidFill>
                <a:latin typeface="Arial" charset="0"/>
                <a:ea typeface=""/>
              </a:rPr>
              <a:t>m</a:t>
            </a:r>
            <a:r>
              <a:rPr lang="en-US" sz="2400" b="0" dirty="0" smtClean="0">
                <a:solidFill>
                  <a:srgbClr val="000000"/>
                </a:solidFill>
                <a:latin typeface="Arial" charset="0"/>
                <a:ea typeface=""/>
              </a:rPr>
              <a:t>aintaining </a:t>
            </a:r>
            <a:r>
              <a:rPr lang="en-US" sz="2400" b="0" dirty="0" err="1" smtClean="0">
                <a:solidFill>
                  <a:srgbClr val="000000"/>
                </a:solidFill>
                <a:latin typeface="Arial" charset="0"/>
                <a:ea typeface=""/>
              </a:rPr>
              <a:t>centres</a:t>
            </a:r>
            <a:r>
              <a:rPr lang="en-US" sz="2400" b="0" dirty="0" smtClean="0">
                <a:solidFill>
                  <a:srgbClr val="000000"/>
                </a:solidFill>
                <a:latin typeface="Arial" charset="0"/>
                <a:ea typeface=""/>
              </a:rPr>
              <a:t> providing meteorological and related services</a:t>
            </a:r>
          </a:p>
          <a:p>
            <a:pPr marL="800100" lvl="1" indent="-342900" eaLnBrk="0" hangingPunct="0">
              <a:spcBef>
                <a:spcPts val="0"/>
              </a:spcBef>
              <a:spcAft>
                <a:spcPts val="300"/>
              </a:spcAft>
              <a:buClr>
                <a:srgbClr val="FF9900"/>
              </a:buClr>
              <a:buFont typeface="Arial"/>
              <a:buChar char="•"/>
            </a:pPr>
            <a:r>
              <a:rPr lang="en-US" sz="2400" dirty="0">
                <a:solidFill>
                  <a:srgbClr val="000000"/>
                </a:solidFill>
                <a:latin typeface="Arial" charset="0"/>
                <a:ea typeface=""/>
              </a:rPr>
              <a:t>e</a:t>
            </a:r>
            <a:r>
              <a:rPr lang="en-US" sz="2400" dirty="0" smtClean="0">
                <a:solidFill>
                  <a:srgbClr val="000000"/>
                </a:solidFill>
                <a:latin typeface="Arial" charset="0"/>
                <a:ea typeface=""/>
              </a:rPr>
              <a:t>stablishing systems for data exchange</a:t>
            </a:r>
          </a:p>
          <a:p>
            <a:pPr marL="800100" lvl="1" indent="-342900" eaLnBrk="0" hangingPunct="0">
              <a:spcBef>
                <a:spcPts val="0"/>
              </a:spcBef>
              <a:spcAft>
                <a:spcPts val="300"/>
              </a:spcAft>
              <a:buClr>
                <a:srgbClr val="FF9900"/>
              </a:buClr>
              <a:buFont typeface="Arial"/>
              <a:buChar char="•"/>
            </a:pPr>
            <a:r>
              <a:rPr lang="en-US" sz="2400" b="0" dirty="0">
                <a:solidFill>
                  <a:srgbClr val="000000"/>
                </a:solidFill>
                <a:latin typeface="Arial" charset="0"/>
                <a:ea typeface=""/>
              </a:rPr>
              <a:t>d</a:t>
            </a:r>
            <a:r>
              <a:rPr lang="en-US" sz="2400" b="0" dirty="0" smtClean="0">
                <a:solidFill>
                  <a:srgbClr val="000000"/>
                </a:solidFill>
                <a:latin typeface="Arial" charset="0"/>
                <a:ea typeface=""/>
              </a:rPr>
              <a:t>efining </a:t>
            </a:r>
            <a:r>
              <a:rPr lang="en-US" sz="2400" dirty="0" smtClean="0">
                <a:solidFill>
                  <a:srgbClr val="000000"/>
                </a:solidFill>
                <a:latin typeface="Arial" charset="0"/>
                <a:ea typeface=""/>
              </a:rPr>
              <a:t>standards</a:t>
            </a:r>
            <a:r>
              <a:rPr lang="en-US" sz="2400" b="0" dirty="0" smtClean="0">
                <a:solidFill>
                  <a:srgbClr val="000000"/>
                </a:solidFill>
                <a:latin typeface="Arial" charset="0"/>
                <a:ea typeface=""/>
              </a:rPr>
              <a:t> for observational data and its publication</a:t>
            </a:r>
          </a:p>
          <a:p>
            <a:pPr marL="800100" lvl="1" indent="-342900" eaLnBrk="0" hangingPunct="0">
              <a:spcBef>
                <a:spcPts val="0"/>
              </a:spcBef>
              <a:spcAft>
                <a:spcPts val="300"/>
              </a:spcAft>
              <a:buClr>
                <a:srgbClr val="FF9900"/>
              </a:buClr>
              <a:buFont typeface="Arial"/>
              <a:buChar char="•"/>
            </a:pPr>
            <a:r>
              <a:rPr lang="en-US" sz="2400" b="0" dirty="0" smtClean="0">
                <a:solidFill>
                  <a:srgbClr val="000000"/>
                </a:solidFill>
                <a:latin typeface="Arial" charset="0"/>
                <a:ea typeface=""/>
              </a:rPr>
              <a:t>application of meteorology to aviation, water issues, agriculture, shipping and other human activities</a:t>
            </a:r>
          </a:p>
          <a:p>
            <a:pPr marL="800100" lvl="1" indent="-342900" eaLnBrk="0" hangingPunct="0">
              <a:spcBef>
                <a:spcPts val="0"/>
              </a:spcBef>
              <a:spcAft>
                <a:spcPts val="300"/>
              </a:spcAft>
              <a:buClr>
                <a:srgbClr val="FF9900"/>
              </a:buClr>
              <a:buFont typeface="Arial"/>
              <a:buChar char="•"/>
            </a:pPr>
            <a:r>
              <a:rPr lang="en-US" sz="2400" b="0" dirty="0">
                <a:solidFill>
                  <a:srgbClr val="000000"/>
                </a:solidFill>
                <a:latin typeface="Arial" charset="0"/>
                <a:ea typeface=""/>
              </a:rPr>
              <a:t>p</a:t>
            </a:r>
            <a:r>
              <a:rPr lang="en-US" sz="2400" b="0" dirty="0" smtClean="0">
                <a:solidFill>
                  <a:srgbClr val="000000"/>
                </a:solidFill>
                <a:latin typeface="Arial" charset="0"/>
                <a:ea typeface=""/>
              </a:rPr>
              <a:t>romotion of </a:t>
            </a:r>
            <a:r>
              <a:rPr lang="en-US" sz="2400" dirty="0" smtClean="0">
                <a:solidFill>
                  <a:srgbClr val="000000"/>
                </a:solidFill>
                <a:latin typeface="Arial" charset="0"/>
                <a:ea typeface=""/>
              </a:rPr>
              <a:t>operational</a:t>
            </a:r>
            <a:r>
              <a:rPr lang="en-US" sz="2400" b="0" dirty="0" smtClean="0">
                <a:solidFill>
                  <a:srgbClr val="000000"/>
                </a:solidFill>
                <a:latin typeface="Arial" charset="0"/>
                <a:ea typeface=""/>
              </a:rPr>
              <a:t> </a:t>
            </a:r>
            <a:r>
              <a:rPr lang="en-US" sz="2400" dirty="0" smtClean="0">
                <a:solidFill>
                  <a:srgbClr val="000000"/>
                </a:solidFill>
                <a:latin typeface="Arial" charset="0"/>
                <a:ea typeface=""/>
              </a:rPr>
              <a:t>hydrology</a:t>
            </a:r>
            <a:r>
              <a:rPr lang="en-US" sz="2400" b="0" dirty="0" smtClean="0">
                <a:solidFill>
                  <a:srgbClr val="000000"/>
                </a:solidFill>
                <a:latin typeface="Arial" charset="0"/>
                <a:ea typeface=""/>
              </a:rPr>
              <a:t> and cooperation</a:t>
            </a:r>
          </a:p>
          <a:p>
            <a:pPr marL="800100" lvl="1" indent="-342900" eaLnBrk="0" hangingPunct="0">
              <a:spcBef>
                <a:spcPts val="0"/>
              </a:spcBef>
              <a:spcAft>
                <a:spcPts val="300"/>
              </a:spcAft>
              <a:buClr>
                <a:srgbClr val="FF9900"/>
              </a:buClr>
              <a:buFont typeface="Arial"/>
              <a:buChar char="•"/>
            </a:pPr>
            <a:r>
              <a:rPr lang="en-US" sz="2400" b="0" dirty="0" smtClean="0">
                <a:solidFill>
                  <a:srgbClr val="000000"/>
                </a:solidFill>
                <a:latin typeface="Arial" charset="0"/>
                <a:ea typeface=""/>
              </a:rPr>
              <a:t>encouraging research, training and coordination</a:t>
            </a:r>
          </a:p>
          <a:p>
            <a:pPr marL="800100" lvl="1" indent="-342900" eaLnBrk="0" hangingPunct="0">
              <a:spcBef>
                <a:spcPts val="0"/>
              </a:spcBef>
              <a:spcAft>
                <a:spcPts val="300"/>
              </a:spcAft>
              <a:buClr>
                <a:srgbClr val="FF9900"/>
              </a:buClr>
              <a:buFont typeface="Arial"/>
              <a:buChar char="•"/>
            </a:pPr>
            <a:endParaRPr lang="en-US" sz="2400" b="0" dirty="0" smtClean="0">
              <a:solidFill>
                <a:srgbClr val="000000"/>
              </a:solidFill>
              <a:latin typeface="Arial" charset="0"/>
              <a:ea typeface=""/>
            </a:endParaRPr>
          </a:p>
          <a:p>
            <a:pPr marL="800100" lvl="1" indent="-342900" eaLnBrk="0" hangingPunct="0">
              <a:spcBef>
                <a:spcPts val="0"/>
              </a:spcBef>
              <a:spcAft>
                <a:spcPts val="300"/>
              </a:spcAft>
              <a:buClr>
                <a:srgbClr val="FF9900"/>
              </a:buClr>
              <a:buFont typeface="Arial"/>
              <a:buChar char="•"/>
            </a:pPr>
            <a:endParaRPr lang="en-US" sz="2400" b="0" dirty="0">
              <a:solidFill>
                <a:srgbClr val="000000"/>
              </a:solidFill>
              <a:latin typeface="Arial" charset="0"/>
              <a:ea typeface=""/>
            </a:endParaRPr>
          </a:p>
          <a:p>
            <a:pPr marL="342900" indent="-342900" eaLnBrk="0" hangingPunct="0">
              <a:spcBef>
                <a:spcPts val="0"/>
              </a:spcBef>
              <a:spcAft>
                <a:spcPts val="300"/>
              </a:spcAft>
              <a:buClr>
                <a:srgbClr val="FF9900"/>
              </a:buClr>
              <a:buFont typeface="Arial"/>
              <a:buChar char="•"/>
            </a:pPr>
            <a:endParaRPr lang="en-US" sz="2400" b="0" dirty="0" smtClean="0">
              <a:solidFill>
                <a:srgbClr val="000000"/>
              </a:solidFill>
              <a:latin typeface="Arial" charset="0"/>
              <a:ea typeface=""/>
            </a:endParaRPr>
          </a:p>
        </p:txBody>
      </p:sp>
    </p:spTree>
    <p:extLst>
      <p:ext uri="{BB962C8B-B14F-4D97-AF65-F5344CB8AC3E}">
        <p14:creationId xmlns:p14="http://schemas.microsoft.com/office/powerpoint/2010/main" val="1534875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2" name="Text Box 6"/>
          <p:cNvSpPr txBox="1">
            <a:spLocks noChangeArrowheads="1"/>
          </p:cNvSpPr>
          <p:nvPr/>
        </p:nvSpPr>
        <p:spPr bwMode="auto">
          <a:xfrm>
            <a:off x="1619250" y="2420938"/>
            <a:ext cx="3960813" cy="457200"/>
          </a:xfrm>
          <a:prstGeom prst="rect">
            <a:avLst/>
          </a:prstGeom>
          <a:noFill/>
          <a:ln w="9525">
            <a:noFill/>
            <a:miter lim="800000"/>
            <a:headEnd/>
            <a:tailEnd/>
          </a:ln>
          <a:effectLst/>
        </p:spPr>
        <p:txBody>
          <a:bodyPr>
            <a:prstTxWarp prst="textNoShape">
              <a:avLst/>
            </a:prstTxWarp>
            <a:spAutoFit/>
          </a:bodyPr>
          <a:lstStyle/>
          <a:p>
            <a:pPr eaLnBrk="0" hangingPunct="0">
              <a:spcBef>
                <a:spcPct val="50000"/>
              </a:spcBef>
              <a:buClr>
                <a:srgbClr val="FF9900"/>
              </a:buClr>
              <a:buFont typeface="Wingdings" charset="2"/>
              <a:buChar char="§"/>
            </a:pPr>
            <a:endParaRPr lang="en-US" sz="2400" b="0">
              <a:solidFill>
                <a:srgbClr val="000000"/>
              </a:solidFill>
              <a:latin typeface="Arial" charset="0"/>
              <a:ea typeface=""/>
            </a:endParaRPr>
          </a:p>
        </p:txBody>
      </p:sp>
      <p:pic>
        <p:nvPicPr>
          <p:cNvPr id="19" name="Picture 18" descr="structure_WMO_en.gif"/>
          <p:cNvPicPr>
            <a:picLocks noChangeAspect="1"/>
          </p:cNvPicPr>
          <p:nvPr/>
        </p:nvPicPr>
        <p:blipFill>
          <a:blip r:embed="rId2"/>
          <a:stretch>
            <a:fillRect/>
          </a:stretch>
        </p:blipFill>
        <p:spPr>
          <a:xfrm>
            <a:off x="1405672" y="0"/>
            <a:ext cx="7270784" cy="6858000"/>
          </a:xfrm>
          <a:prstGeom prst="rect">
            <a:avLst/>
          </a:prstGeom>
        </p:spPr>
      </p:pic>
      <p:sp>
        <p:nvSpPr>
          <p:cNvPr id="20" name="Left Arrow 19"/>
          <p:cNvSpPr/>
          <p:nvPr/>
        </p:nvSpPr>
        <p:spPr>
          <a:xfrm>
            <a:off x="8244408" y="2085038"/>
            <a:ext cx="759336" cy="388075"/>
          </a:xfrm>
          <a:prstGeom prst="leftArrow">
            <a:avLst>
              <a:gd name="adj1" fmla="val 50000"/>
              <a:gd name="adj2" fmla="val 51378"/>
            </a:avLst>
          </a:prstGeom>
          <a:solidFill>
            <a:srgbClr val="FFFF00"/>
          </a:solidFill>
          <a:ln/>
          <a:effectLst>
            <a:outerShdw blurRad="40000" dist="23000" dir="5400000" rotWithShape="0">
              <a:schemeClr val="tx1">
                <a:alpha val="35000"/>
              </a:schemeClr>
            </a:outerShdw>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537342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accel="50000" decel="5000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1+#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775" y="228600"/>
            <a:ext cx="8683625" cy="685800"/>
          </a:xfrm>
        </p:spPr>
        <p:txBody>
          <a:bodyPr>
            <a:normAutofit/>
          </a:bodyPr>
          <a:lstStyle/>
          <a:p>
            <a:pPr>
              <a:defRPr/>
            </a:pPr>
            <a:r>
              <a:rPr lang="en-AU" dirty="0" smtClean="0"/>
              <a:t>World Meteorological Organization (WMO)</a:t>
            </a:r>
            <a:endParaRPr lang="en-AU" sz="2200" dirty="0"/>
          </a:p>
        </p:txBody>
      </p:sp>
      <p:sp>
        <p:nvSpPr>
          <p:cNvPr id="8195" name="Content Placeholder 2"/>
          <p:cNvSpPr>
            <a:spLocks noGrp="1"/>
          </p:cNvSpPr>
          <p:nvPr>
            <p:ph idx="1"/>
          </p:nvPr>
        </p:nvSpPr>
        <p:spPr/>
        <p:txBody>
          <a:bodyPr>
            <a:normAutofit/>
          </a:bodyPr>
          <a:lstStyle/>
          <a:p>
            <a:pPr>
              <a:buFontTx/>
              <a:buNone/>
            </a:pPr>
            <a:endParaRPr lang="en-AU" sz="2800" dirty="0" smtClean="0"/>
          </a:p>
          <a:p>
            <a:pPr>
              <a:buFontTx/>
              <a:buNone/>
            </a:pPr>
            <a:r>
              <a:rPr lang="en-AU" sz="2800" dirty="0" smtClean="0"/>
              <a:t>‘... the UN system's authoritative voice on the state and behaviour of the Earth's atmosphere, its interaction with the oceans, the climate it produces and the resulting </a:t>
            </a:r>
            <a:r>
              <a:rPr lang="en-AU" sz="2800" b="1" dirty="0" smtClean="0"/>
              <a:t>distribution of water resources</a:t>
            </a:r>
            <a:r>
              <a:rPr lang="en-AU" sz="2800" dirty="0" smtClean="0"/>
              <a:t>’</a:t>
            </a:r>
          </a:p>
          <a:p>
            <a:endParaRPr lang="en-AU" sz="2800" dirty="0" smtClean="0"/>
          </a:p>
          <a:p>
            <a:pPr>
              <a:buFontTx/>
              <a:buNone/>
            </a:pPr>
            <a:r>
              <a:rPr lang="en-AU" sz="2800" dirty="0" smtClean="0"/>
              <a:t>‘... facilitates the free and unrestricted exchange</a:t>
            </a:r>
            <a:br>
              <a:rPr lang="en-AU" sz="2800" dirty="0" smtClean="0"/>
            </a:br>
            <a:r>
              <a:rPr lang="en-AU" sz="2800" dirty="0" smtClean="0"/>
              <a:t> of data and information, products and services in real- or near-real time ...’</a:t>
            </a:r>
          </a:p>
        </p:txBody>
      </p:sp>
      <p:pic>
        <p:nvPicPr>
          <p:cNvPr id="4" name="Picture 3" descr="wmologo.jpeg"/>
          <p:cNvPicPr>
            <a:picLocks noChangeAspect="1"/>
          </p:cNvPicPr>
          <p:nvPr/>
        </p:nvPicPr>
        <p:blipFill>
          <a:blip r:embed="rId2"/>
          <a:stretch>
            <a:fillRect/>
          </a:stretch>
        </p:blipFill>
        <p:spPr>
          <a:xfrm>
            <a:off x="8278274" y="5949280"/>
            <a:ext cx="826527" cy="864096"/>
          </a:xfrm>
          <a:prstGeom prst="rect">
            <a:avLst/>
          </a:prstGeom>
        </p:spPr>
      </p:pic>
    </p:spTree>
    <p:extLst>
      <p:ext uri="{BB962C8B-B14F-4D97-AF65-F5344CB8AC3E}">
        <p14:creationId xmlns:p14="http://schemas.microsoft.com/office/powerpoint/2010/main" val="39915907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International Standardization for Water Data</a:t>
            </a:r>
            <a:endParaRPr lang="en-US" dirty="0"/>
          </a:p>
        </p:txBody>
      </p:sp>
      <p:sp>
        <p:nvSpPr>
          <p:cNvPr id="3" name="Content Placeholder 2"/>
          <p:cNvSpPr>
            <a:spLocks noGrp="1"/>
          </p:cNvSpPr>
          <p:nvPr>
            <p:ph idx="1"/>
          </p:nvPr>
        </p:nvSpPr>
        <p:spPr>
          <a:xfrm>
            <a:off x="346075" y="1279525"/>
            <a:ext cx="7106245" cy="1717427"/>
          </a:xfrm>
        </p:spPr>
        <p:txBody>
          <a:bodyPr/>
          <a:lstStyle/>
          <a:p>
            <a:pPr defTabSz="914144" eaLnBrk="1" fontAlgn="auto" hangingPunct="1">
              <a:spcBef>
                <a:spcPts val="0"/>
              </a:spcBef>
              <a:spcAft>
                <a:spcPts val="0"/>
              </a:spcAft>
              <a:buClrTx/>
              <a:defRPr/>
            </a:pPr>
            <a:r>
              <a:rPr lang="en-US" sz="2800" dirty="0">
                <a:solidFill>
                  <a:srgbClr val="FF0000"/>
                </a:solidFill>
              </a:rPr>
              <a:t>Hydrology Domain Working </a:t>
            </a:r>
            <a:r>
              <a:rPr lang="en-US" sz="2800" dirty="0" smtClean="0">
                <a:solidFill>
                  <a:srgbClr val="FF0000"/>
                </a:solidFill>
              </a:rPr>
              <a:t>Group</a:t>
            </a:r>
          </a:p>
          <a:p>
            <a:pPr lvl="1" defTabSz="914144" eaLnBrk="1" fontAlgn="auto" hangingPunct="1">
              <a:spcBef>
                <a:spcPts val="0"/>
              </a:spcBef>
              <a:spcAft>
                <a:spcPts val="0"/>
              </a:spcAft>
              <a:buClrTx/>
              <a:defRPr/>
            </a:pPr>
            <a:r>
              <a:rPr lang="en-US" sz="2400" dirty="0" smtClean="0">
                <a:solidFill>
                  <a:srgbClr val="000000"/>
                </a:solidFill>
              </a:rPr>
              <a:t>standards </a:t>
            </a:r>
            <a:r>
              <a:rPr lang="en-US" sz="2400" dirty="0">
                <a:solidFill>
                  <a:srgbClr val="000000"/>
                </a:solidFill>
              </a:rPr>
              <a:t>for water </a:t>
            </a:r>
            <a:r>
              <a:rPr lang="en-US" sz="2400" dirty="0" smtClean="0">
                <a:solidFill>
                  <a:srgbClr val="000000"/>
                </a:solidFill>
              </a:rPr>
              <a:t>data: </a:t>
            </a:r>
            <a:r>
              <a:rPr lang="en-US" sz="2400" b="1" dirty="0" err="1" smtClean="0">
                <a:solidFill>
                  <a:srgbClr val="000000"/>
                </a:solidFill>
              </a:rPr>
              <a:t>WaterML</a:t>
            </a:r>
            <a:r>
              <a:rPr lang="en-US" sz="2400" b="1" dirty="0" smtClean="0">
                <a:solidFill>
                  <a:srgbClr val="000000"/>
                </a:solidFill>
              </a:rPr>
              <a:t> 2.0 suite</a:t>
            </a:r>
          </a:p>
          <a:p>
            <a:pPr lvl="1" defTabSz="914144" eaLnBrk="1" fontAlgn="auto" hangingPunct="1">
              <a:spcBef>
                <a:spcPts val="0"/>
              </a:spcBef>
              <a:spcAft>
                <a:spcPts val="0"/>
              </a:spcAft>
              <a:buClrTx/>
              <a:defRPr/>
            </a:pPr>
            <a:r>
              <a:rPr lang="en-US" sz="2400" dirty="0" smtClean="0">
                <a:solidFill>
                  <a:srgbClr val="000000"/>
                </a:solidFill>
              </a:rPr>
              <a:t>organizing </a:t>
            </a:r>
            <a:r>
              <a:rPr lang="en-US" sz="2400" dirty="0">
                <a:solidFill>
                  <a:srgbClr val="000000"/>
                </a:solidFill>
              </a:rPr>
              <a:t>Interoperability Experiments (</a:t>
            </a:r>
            <a:r>
              <a:rPr lang="en-US" sz="2400" dirty="0" smtClean="0">
                <a:solidFill>
                  <a:srgbClr val="000000"/>
                </a:solidFill>
              </a:rPr>
              <a:t>IEs)</a:t>
            </a:r>
            <a:r>
              <a:rPr lang="en-US" sz="2400" dirty="0">
                <a:solidFill>
                  <a:srgbClr val="000000"/>
                </a:solidFill>
              </a:rPr>
              <a:t> </a:t>
            </a:r>
            <a:r>
              <a:rPr lang="en-US" sz="2400" dirty="0" smtClean="0">
                <a:solidFill>
                  <a:srgbClr val="000000"/>
                </a:solidFill>
              </a:rPr>
              <a:t>                focused </a:t>
            </a:r>
            <a:r>
              <a:rPr lang="en-US" sz="2400" dirty="0">
                <a:solidFill>
                  <a:srgbClr val="000000"/>
                </a:solidFill>
              </a:rPr>
              <a:t>on different sub-domains of water</a:t>
            </a:r>
          </a:p>
          <a:p>
            <a:pPr marL="347663" lvl="1" indent="0">
              <a:buNone/>
            </a:pPr>
            <a:endParaRPr lang="en-US" dirty="0" smtClean="0">
              <a:solidFill>
                <a:srgbClr val="000000"/>
              </a:solidFill>
            </a:endParaRPr>
          </a:p>
          <a:p>
            <a:pPr marL="0" indent="0">
              <a:buNone/>
            </a:pPr>
            <a:endParaRPr lang="en-US" sz="2000" dirty="0" smtClean="0">
              <a:solidFill>
                <a:srgbClr val="000000"/>
              </a:solidFill>
            </a:endParaRPr>
          </a:p>
          <a:p>
            <a:pPr marL="0" indent="0">
              <a:buNone/>
            </a:pPr>
            <a:endParaRPr lang="en-US" sz="2000" dirty="0" smtClean="0">
              <a:solidFill>
                <a:srgbClr val="000000"/>
              </a:solidFill>
            </a:endParaRPr>
          </a:p>
          <a:p>
            <a:r>
              <a:rPr lang="en-US" sz="2000" dirty="0" smtClean="0">
                <a:solidFill>
                  <a:srgbClr val="000000"/>
                </a:solidFill>
              </a:rPr>
              <a:t>Chairs</a:t>
            </a:r>
            <a:r>
              <a:rPr lang="en-US" sz="2000" dirty="0">
                <a:solidFill>
                  <a:srgbClr val="000000"/>
                </a:solidFill>
              </a:rPr>
              <a:t>: </a:t>
            </a:r>
            <a:endParaRPr lang="en-US" sz="2000" dirty="0" smtClean="0">
              <a:solidFill>
                <a:srgbClr val="000000"/>
              </a:solidFill>
            </a:endParaRPr>
          </a:p>
          <a:p>
            <a:pPr lvl="1"/>
            <a:r>
              <a:rPr lang="en-US" dirty="0" err="1" smtClean="0">
                <a:solidFill>
                  <a:srgbClr val="000000"/>
                </a:solidFill>
              </a:rPr>
              <a:t>Ilya</a:t>
            </a:r>
            <a:r>
              <a:rPr lang="en-US" dirty="0" smtClean="0">
                <a:solidFill>
                  <a:srgbClr val="000000"/>
                </a:solidFill>
              </a:rPr>
              <a:t> </a:t>
            </a:r>
            <a:r>
              <a:rPr lang="en-US" dirty="0" err="1">
                <a:solidFill>
                  <a:srgbClr val="000000"/>
                </a:solidFill>
              </a:rPr>
              <a:t>Zaslavsky</a:t>
            </a:r>
            <a:r>
              <a:rPr lang="en-US" dirty="0">
                <a:solidFill>
                  <a:srgbClr val="000000"/>
                </a:solidFill>
              </a:rPr>
              <a:t> (USA</a:t>
            </a:r>
            <a:r>
              <a:rPr lang="en-US" dirty="0" smtClean="0">
                <a:solidFill>
                  <a:srgbClr val="000000"/>
                </a:solidFill>
              </a:rPr>
              <a:t>)</a:t>
            </a:r>
          </a:p>
          <a:p>
            <a:pPr lvl="1"/>
            <a:r>
              <a:rPr lang="en-US" dirty="0" smtClean="0">
                <a:solidFill>
                  <a:srgbClr val="000000"/>
                </a:solidFill>
              </a:rPr>
              <a:t>Tony Boston (Australia)</a:t>
            </a:r>
          </a:p>
          <a:p>
            <a:pPr lvl="1"/>
            <a:r>
              <a:rPr lang="en-US" dirty="0" err="1" smtClean="0">
                <a:solidFill>
                  <a:srgbClr val="000000"/>
                </a:solidFill>
              </a:rPr>
              <a:t>Silvano</a:t>
            </a:r>
            <a:r>
              <a:rPr lang="en-US" dirty="0" smtClean="0">
                <a:solidFill>
                  <a:srgbClr val="000000"/>
                </a:solidFill>
              </a:rPr>
              <a:t> </a:t>
            </a:r>
            <a:r>
              <a:rPr lang="en-US" dirty="0" err="1" smtClean="0">
                <a:solidFill>
                  <a:srgbClr val="000000"/>
                </a:solidFill>
              </a:rPr>
              <a:t>Pecora</a:t>
            </a:r>
            <a:r>
              <a:rPr lang="en-US" dirty="0" smtClean="0">
                <a:solidFill>
                  <a:srgbClr val="000000"/>
                </a:solidFill>
              </a:rPr>
              <a:t> (Italy) </a:t>
            </a:r>
            <a:r>
              <a:rPr lang="en-US" dirty="0">
                <a:solidFill>
                  <a:srgbClr val="000000"/>
                </a:solidFill>
              </a:rPr>
              <a:t/>
            </a:r>
            <a:br>
              <a:rPr lang="en-US" dirty="0">
                <a:solidFill>
                  <a:srgbClr val="000000"/>
                </a:solidFill>
              </a:rPr>
            </a:br>
            <a:r>
              <a:rPr lang="en-US" sz="2400" dirty="0">
                <a:solidFill>
                  <a:srgbClr val="000000"/>
                </a:solidFill>
              </a:rPr>
              <a:t>	</a:t>
            </a:r>
            <a:endParaRPr lang="en-US" sz="2400" b="1" dirty="0"/>
          </a:p>
        </p:txBody>
      </p:sp>
      <p:pic>
        <p:nvPicPr>
          <p:cNvPr id="5" name="Picture 4" descr="wmologo.jpeg"/>
          <p:cNvPicPr>
            <a:picLocks noChangeAspect="1"/>
          </p:cNvPicPr>
          <p:nvPr/>
        </p:nvPicPr>
        <p:blipFill>
          <a:blip r:embed="rId3"/>
          <a:stretch>
            <a:fillRect/>
          </a:stretch>
        </p:blipFill>
        <p:spPr>
          <a:xfrm>
            <a:off x="8278274" y="5949280"/>
            <a:ext cx="826527" cy="864096"/>
          </a:xfrm>
          <a:prstGeom prst="rect">
            <a:avLst/>
          </a:prstGeom>
        </p:spPr>
      </p:pic>
      <p:grpSp>
        <p:nvGrpSpPr>
          <p:cNvPr id="32" name="Group 31"/>
          <p:cNvGrpSpPr/>
          <p:nvPr/>
        </p:nvGrpSpPr>
        <p:grpSpPr>
          <a:xfrm>
            <a:off x="4355976" y="3014896"/>
            <a:ext cx="4437952" cy="3294424"/>
            <a:chOff x="4598544" y="3327176"/>
            <a:chExt cx="4437952" cy="3294424"/>
          </a:xfrm>
        </p:grpSpPr>
        <p:sp>
          <p:nvSpPr>
            <p:cNvPr id="26" name="TextBox 9"/>
            <p:cNvSpPr txBox="1">
              <a:spLocks noChangeArrowheads="1"/>
            </p:cNvSpPr>
            <p:nvPr/>
          </p:nvSpPr>
          <p:spPr bwMode="auto">
            <a:xfrm>
              <a:off x="5593055" y="3327176"/>
              <a:ext cx="2747612" cy="399978"/>
            </a:xfrm>
            <a:prstGeom prst="rect">
              <a:avLst/>
            </a:prstGeom>
            <a:noFill/>
            <a:ln w="9525">
              <a:noFill/>
              <a:miter lim="800000"/>
              <a:headEnd/>
              <a:tailEnd/>
            </a:ln>
          </p:spPr>
          <p:txBody>
            <a:bodyPr wrap="none" lIns="91313" tIns="45655" rIns="91313" bIns="45655">
              <a:spAutoFit/>
            </a:bodyPr>
            <a:lstStyle/>
            <a:p>
              <a:pPr algn="l" defTabSz="914144" eaLnBrk="1" fontAlgn="auto" hangingPunct="1">
                <a:spcBef>
                  <a:spcPts val="0"/>
                </a:spcBef>
                <a:spcAft>
                  <a:spcPts val="0"/>
                </a:spcAft>
                <a:buClrTx/>
                <a:defRPr/>
              </a:pPr>
              <a:r>
                <a:rPr lang="en-US" sz="2000" dirty="0" smtClean="0">
                  <a:solidFill>
                    <a:srgbClr val="FF0000"/>
                  </a:solidFill>
                  <a:cs typeface="+mn-cs"/>
                </a:rPr>
                <a:t>Iterative Development</a:t>
              </a:r>
            </a:p>
          </p:txBody>
        </p:sp>
        <p:pic>
          <p:nvPicPr>
            <p:cNvPr id="27" name="Pictur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98544" y="3727146"/>
              <a:ext cx="4437952" cy="2894454"/>
            </a:xfrm>
            <a:prstGeom prst="rect">
              <a:avLst/>
            </a:prstGeom>
          </p:spPr>
        </p:pic>
      </p:grpSp>
      <p:sp>
        <p:nvSpPr>
          <p:cNvPr id="28" name="Rectangle 27"/>
          <p:cNvSpPr/>
          <p:nvPr/>
        </p:nvSpPr>
        <p:spPr>
          <a:xfrm>
            <a:off x="251520" y="3745254"/>
            <a:ext cx="3672408" cy="1988002"/>
          </a:xfrm>
          <a:prstGeom prst="rect">
            <a:avLst/>
          </a:prstGeom>
          <a:no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144" eaLnBrk="1" fontAlgn="auto" hangingPunct="1">
              <a:spcBef>
                <a:spcPts val="0"/>
              </a:spcBef>
              <a:spcAft>
                <a:spcPts val="0"/>
              </a:spcAft>
              <a:buClrTx/>
            </a:pPr>
            <a:endParaRPr lang="en-US" sz="1800">
              <a:solidFill>
                <a:prstClr val="white"/>
              </a:solidFill>
            </a:endParaRPr>
          </a:p>
        </p:txBody>
      </p:sp>
      <p:sp>
        <p:nvSpPr>
          <p:cNvPr id="31" name="TextBox 30"/>
          <p:cNvSpPr txBox="1"/>
          <p:nvPr/>
        </p:nvSpPr>
        <p:spPr>
          <a:xfrm>
            <a:off x="1852141" y="6453336"/>
            <a:ext cx="6104235" cy="307645"/>
          </a:xfrm>
          <a:prstGeom prst="rect">
            <a:avLst/>
          </a:prstGeom>
          <a:noFill/>
        </p:spPr>
        <p:txBody>
          <a:bodyPr wrap="none" lIns="91313" tIns="45655" rIns="91313" bIns="45655">
            <a:spAutoFit/>
          </a:bodyPr>
          <a:lstStyle/>
          <a:p>
            <a:pPr algn="l" defTabSz="914144" eaLnBrk="1" fontAlgn="auto" hangingPunct="1">
              <a:spcBef>
                <a:spcPts val="0"/>
              </a:spcBef>
              <a:spcAft>
                <a:spcPts val="0"/>
              </a:spcAft>
              <a:buClrTx/>
              <a:defRPr/>
            </a:pPr>
            <a:r>
              <a:rPr lang="en-US" sz="1400" dirty="0">
                <a:solidFill>
                  <a:srgbClr val="000000"/>
                </a:solidFill>
                <a:cs typeface="+mn-cs"/>
                <a:hlinkClick r:id="rId5"/>
              </a:rPr>
              <a:t>http://external.opengis.org/twiki_public/bin/view/HydrologyDWG/WebHome</a:t>
            </a:r>
            <a:endParaRPr lang="en-US" sz="1400" dirty="0">
              <a:solidFill>
                <a:srgbClr val="000000"/>
              </a:solidFill>
              <a:cs typeface="+mn-cs"/>
            </a:endParaRPr>
          </a:p>
        </p:txBody>
      </p:sp>
    </p:spTree>
    <p:extLst>
      <p:ext uri="{BB962C8B-B14F-4D97-AF65-F5344CB8AC3E}">
        <p14:creationId xmlns:p14="http://schemas.microsoft.com/office/powerpoint/2010/main" val="16525973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a:solidFill>
                  <a:srgbClr val="000000"/>
                </a:solidFill>
                <a:ea typeface="Calibri"/>
                <a:cs typeface="Calibri"/>
                <a:sym typeface="Calibri"/>
              </a:rPr>
              <a:t>WaterML2.0 </a:t>
            </a:r>
            <a:r>
              <a:rPr lang="en" smtClean="0">
                <a:solidFill>
                  <a:srgbClr val="000000"/>
                </a:solidFill>
                <a:ea typeface="Calibri"/>
                <a:cs typeface="Calibri"/>
                <a:sym typeface="Calibri"/>
              </a:rPr>
              <a:t>standards</a:t>
            </a:r>
            <a:endParaRPr lang="en-US" dirty="0"/>
          </a:p>
        </p:txBody>
      </p:sp>
      <p:sp>
        <p:nvSpPr>
          <p:cNvPr id="3" name="Content Placeholder 2"/>
          <p:cNvSpPr>
            <a:spLocks noGrp="1"/>
          </p:cNvSpPr>
          <p:nvPr>
            <p:ph idx="1"/>
          </p:nvPr>
        </p:nvSpPr>
        <p:spPr/>
        <p:txBody>
          <a:bodyPr/>
          <a:lstStyle/>
          <a:p>
            <a:endParaRPr lang="en-US"/>
          </a:p>
        </p:txBody>
      </p:sp>
      <p:grpSp>
        <p:nvGrpSpPr>
          <p:cNvPr id="5" name="Shape 154"/>
          <p:cNvGrpSpPr/>
          <p:nvPr/>
        </p:nvGrpSpPr>
        <p:grpSpPr>
          <a:xfrm>
            <a:off x="78392" y="1411186"/>
            <a:ext cx="8957608" cy="4528315"/>
            <a:chOff x="0" y="90095"/>
            <a:chExt cx="7966453" cy="3039138"/>
          </a:xfrm>
        </p:grpSpPr>
        <p:sp>
          <p:nvSpPr>
            <p:cNvPr id="6" name="Shape 155"/>
            <p:cNvSpPr/>
            <p:nvPr/>
          </p:nvSpPr>
          <p:spPr>
            <a:xfrm>
              <a:off x="0" y="90095"/>
              <a:ext cx="7966453" cy="1630177"/>
            </a:xfrm>
            <a:prstGeom prst="roundRect">
              <a:avLst>
                <a:gd name="adj" fmla="val 10000"/>
              </a:avLst>
            </a:prstGeom>
            <a:solidFill>
              <a:srgbClr val="CCD3EA">
                <a:alpha val="89803"/>
              </a:srgbClr>
            </a:solidFill>
            <a:ln w="12700" cap="flat" cmpd="sng">
              <a:solidFill>
                <a:srgbClr val="CCD3EA">
                  <a:alpha val="89803"/>
                </a:srgbClr>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7" name="Shape 156"/>
            <p:cNvSpPr/>
            <p:nvPr/>
          </p:nvSpPr>
          <p:spPr>
            <a:xfrm>
              <a:off x="242650" y="487643"/>
              <a:ext cx="1360208" cy="1195463"/>
            </a:xfrm>
            <a:prstGeom prst="roundRect">
              <a:avLst>
                <a:gd name="adj" fmla="val 10000"/>
              </a:avLst>
            </a:prstGeom>
            <a:blipFill rotWithShape="1">
              <a:blip r:embed="rId2">
                <a:alphaModFix/>
              </a:blip>
              <a:stretch>
                <a:fillRect/>
              </a:stretch>
            </a:blip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8" name="Shape 157"/>
            <p:cNvSpPr/>
            <p:nvPr/>
          </p:nvSpPr>
          <p:spPr>
            <a:xfrm rot="10800000">
              <a:off x="199749" y="1857558"/>
              <a:ext cx="1360208" cy="1271674"/>
            </a:xfrm>
            <a:prstGeom prst="round2SameRect">
              <a:avLst>
                <a:gd name="adj1" fmla="val 10500"/>
                <a:gd name="adj2" fmla="val 0"/>
              </a:avLst>
            </a:prstGeom>
            <a:solidFill>
              <a:srgbClr val="4372C3"/>
            </a:solid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9" name="Shape 158"/>
            <p:cNvSpPr txBox="1"/>
            <p:nvPr/>
          </p:nvSpPr>
          <p:spPr>
            <a:xfrm>
              <a:off x="238857" y="1857558"/>
              <a:ext cx="1281900" cy="1232700"/>
            </a:xfrm>
            <a:prstGeom prst="rect">
              <a:avLst/>
            </a:prstGeom>
            <a:noFill/>
            <a:ln>
              <a:noFill/>
            </a:ln>
          </p:spPr>
          <p:txBody>
            <a:bodyPr lIns="80000" tIns="80000" rIns="80000" bIns="80000" anchor="t" anchorCtr="0">
              <a:noAutofit/>
            </a:bodyPr>
            <a:lstStyle/>
            <a:p>
              <a:pPr algn="ctr" fontAlgn="auto">
                <a:lnSpc>
                  <a:spcPct val="90000"/>
                </a:lnSpc>
                <a:spcBef>
                  <a:spcPts val="0"/>
                </a:spcBef>
                <a:spcAft>
                  <a:spcPts val="0"/>
                </a:spcAft>
                <a:buSzPct val="25000"/>
              </a:pPr>
              <a:r>
                <a:rPr lang="en" sz="1800" b="0" kern="0">
                  <a:solidFill>
                    <a:srgbClr val="FFFFFF"/>
                  </a:solidFill>
                  <a:latin typeface="Calibri"/>
                  <a:ea typeface="Calibri"/>
                  <a:cs typeface="Calibri"/>
                  <a:sym typeface="Calibri"/>
                </a:rPr>
                <a:t>Part 1 - Timeseries</a:t>
              </a:r>
            </a:p>
            <a:p>
              <a:pPr fontAlgn="auto">
                <a:lnSpc>
                  <a:spcPct val="90000"/>
                </a:lnSpc>
                <a:spcBef>
                  <a:spcPts val="0"/>
                </a:spcBef>
                <a:spcAft>
                  <a:spcPts val="0"/>
                </a:spcAft>
              </a:pPr>
              <a:endParaRPr sz="1800" b="0" kern="0">
                <a:solidFill>
                  <a:srgbClr val="FFFFFF"/>
                </a:solidFill>
                <a:latin typeface="Calibri"/>
                <a:ea typeface="Calibri"/>
                <a:cs typeface="Calibri"/>
                <a:sym typeface="Calibri"/>
              </a:endParaRPr>
            </a:p>
          </p:txBody>
        </p:sp>
        <p:sp>
          <p:nvSpPr>
            <p:cNvPr id="10" name="Shape 159"/>
            <p:cNvSpPr/>
            <p:nvPr/>
          </p:nvSpPr>
          <p:spPr>
            <a:xfrm>
              <a:off x="1806891" y="487643"/>
              <a:ext cx="1360208" cy="1195463"/>
            </a:xfrm>
            <a:prstGeom prst="roundRect">
              <a:avLst>
                <a:gd name="adj" fmla="val 10000"/>
              </a:avLst>
            </a:prstGeom>
            <a:blipFill rotWithShape="1">
              <a:blip r:embed="rId3">
                <a:alphaModFix/>
              </a:blip>
              <a:stretch>
                <a:fillRect/>
              </a:stretch>
            </a:blip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11" name="Shape 160"/>
            <p:cNvSpPr/>
            <p:nvPr/>
          </p:nvSpPr>
          <p:spPr>
            <a:xfrm rot="10800000">
              <a:off x="1695979" y="1857558"/>
              <a:ext cx="1496229" cy="1271674"/>
            </a:xfrm>
            <a:prstGeom prst="round2SameRect">
              <a:avLst>
                <a:gd name="adj1" fmla="val 10500"/>
                <a:gd name="adj2" fmla="val 0"/>
              </a:avLst>
            </a:prstGeom>
            <a:solidFill>
              <a:srgbClr val="4372C3"/>
            </a:solid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12" name="Shape 161"/>
            <p:cNvSpPr txBox="1"/>
            <p:nvPr/>
          </p:nvSpPr>
          <p:spPr>
            <a:xfrm>
              <a:off x="1735086" y="1857558"/>
              <a:ext cx="1418100" cy="1232700"/>
            </a:xfrm>
            <a:prstGeom prst="rect">
              <a:avLst/>
            </a:prstGeom>
            <a:noFill/>
            <a:ln>
              <a:noFill/>
            </a:ln>
          </p:spPr>
          <p:txBody>
            <a:bodyPr lIns="80000" tIns="80000" rIns="80000" bIns="80000" anchor="t" anchorCtr="0">
              <a:noAutofit/>
            </a:bodyPr>
            <a:lstStyle/>
            <a:p>
              <a:pPr algn="ctr" fontAlgn="auto">
                <a:lnSpc>
                  <a:spcPct val="90000"/>
                </a:lnSpc>
                <a:spcBef>
                  <a:spcPts val="0"/>
                </a:spcBef>
                <a:spcAft>
                  <a:spcPts val="0"/>
                </a:spcAft>
                <a:buSzPct val="25000"/>
              </a:pPr>
              <a:r>
                <a:rPr lang="en" sz="1800" b="0" kern="0">
                  <a:solidFill>
                    <a:srgbClr val="FFFFFF"/>
                  </a:solidFill>
                  <a:latin typeface="Calibri"/>
                  <a:ea typeface="Calibri"/>
                  <a:cs typeface="Calibri"/>
                  <a:sym typeface="Calibri"/>
                </a:rPr>
                <a:t>Part 2 – Ratings, Gaugings and Sections</a:t>
              </a:r>
            </a:p>
          </p:txBody>
        </p:sp>
        <p:sp>
          <p:nvSpPr>
            <p:cNvPr id="13" name="Shape 162"/>
            <p:cNvSpPr/>
            <p:nvPr/>
          </p:nvSpPr>
          <p:spPr>
            <a:xfrm>
              <a:off x="6320695" y="487627"/>
              <a:ext cx="1360200" cy="1195500"/>
            </a:xfrm>
            <a:prstGeom prst="roundRect">
              <a:avLst>
                <a:gd name="adj" fmla="val 10000"/>
              </a:avLst>
            </a:prstGeom>
            <a:blipFill rotWithShape="1">
              <a:blip r:embed="rId4">
                <a:alphaModFix/>
              </a:blip>
              <a:stretch>
                <a:fillRect/>
              </a:stretch>
            </a:blip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14" name="Shape 163"/>
            <p:cNvSpPr/>
            <p:nvPr/>
          </p:nvSpPr>
          <p:spPr>
            <a:xfrm rot="10800000">
              <a:off x="3328230" y="1857558"/>
              <a:ext cx="1360208" cy="1271674"/>
            </a:xfrm>
            <a:prstGeom prst="round2SameRect">
              <a:avLst>
                <a:gd name="adj1" fmla="val 10500"/>
                <a:gd name="adj2" fmla="val 0"/>
              </a:avLst>
            </a:prstGeom>
            <a:solidFill>
              <a:srgbClr val="4372C3"/>
            </a:solid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15" name="Shape 164"/>
            <p:cNvSpPr txBox="1"/>
            <p:nvPr/>
          </p:nvSpPr>
          <p:spPr>
            <a:xfrm>
              <a:off x="3367339" y="1857558"/>
              <a:ext cx="1281900" cy="1232700"/>
            </a:xfrm>
            <a:prstGeom prst="rect">
              <a:avLst/>
            </a:prstGeom>
            <a:noFill/>
            <a:ln>
              <a:noFill/>
            </a:ln>
          </p:spPr>
          <p:txBody>
            <a:bodyPr lIns="80000" tIns="80000" rIns="80000" bIns="80000" anchor="t" anchorCtr="0">
              <a:noAutofit/>
            </a:bodyPr>
            <a:lstStyle/>
            <a:p>
              <a:pPr algn="ctr" fontAlgn="auto">
                <a:lnSpc>
                  <a:spcPct val="90000"/>
                </a:lnSpc>
                <a:spcBef>
                  <a:spcPts val="0"/>
                </a:spcBef>
                <a:spcAft>
                  <a:spcPts val="0"/>
                </a:spcAft>
                <a:buSzPct val="25000"/>
              </a:pPr>
              <a:r>
                <a:rPr lang="en" sz="1800" b="0" kern="0">
                  <a:solidFill>
                    <a:srgbClr val="FFFFFF"/>
                  </a:solidFill>
                  <a:latin typeface="Calibri"/>
                  <a:ea typeface="Calibri"/>
                  <a:cs typeface="Calibri"/>
                  <a:sym typeface="Calibri"/>
                </a:rPr>
                <a:t>Part 3 – Surface water features</a:t>
              </a:r>
            </a:p>
          </p:txBody>
        </p:sp>
        <p:sp>
          <p:nvSpPr>
            <p:cNvPr id="16" name="Shape 165"/>
            <p:cNvSpPr/>
            <p:nvPr/>
          </p:nvSpPr>
          <p:spPr>
            <a:xfrm>
              <a:off x="4867362" y="487643"/>
              <a:ext cx="1360208" cy="1195463"/>
            </a:xfrm>
            <a:prstGeom prst="roundRect">
              <a:avLst>
                <a:gd name="adj" fmla="val 10000"/>
              </a:avLst>
            </a:prstGeom>
            <a:blipFill rotWithShape="1">
              <a:blip r:embed="rId5">
                <a:alphaModFix/>
              </a:blip>
              <a:stretch>
                <a:fillRect/>
              </a:stretch>
            </a:blip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17" name="Shape 166"/>
            <p:cNvSpPr/>
            <p:nvPr/>
          </p:nvSpPr>
          <p:spPr>
            <a:xfrm rot="10800000">
              <a:off x="4824460" y="1857558"/>
              <a:ext cx="1360208" cy="1271674"/>
            </a:xfrm>
            <a:prstGeom prst="round2SameRect">
              <a:avLst>
                <a:gd name="adj1" fmla="val 10500"/>
                <a:gd name="adj2" fmla="val 0"/>
              </a:avLst>
            </a:prstGeom>
            <a:solidFill>
              <a:srgbClr val="4372C3"/>
            </a:solid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18" name="Shape 167"/>
            <p:cNvSpPr txBox="1"/>
            <p:nvPr/>
          </p:nvSpPr>
          <p:spPr>
            <a:xfrm>
              <a:off x="4863569" y="1857558"/>
              <a:ext cx="1281993" cy="1232567"/>
            </a:xfrm>
            <a:prstGeom prst="rect">
              <a:avLst/>
            </a:prstGeom>
            <a:noFill/>
            <a:ln>
              <a:noFill/>
            </a:ln>
          </p:spPr>
          <p:txBody>
            <a:bodyPr lIns="80000" tIns="80000" rIns="80000" bIns="80000" anchor="t" anchorCtr="0">
              <a:noAutofit/>
            </a:bodyPr>
            <a:lstStyle/>
            <a:p>
              <a:pPr algn="ctr" fontAlgn="auto">
                <a:lnSpc>
                  <a:spcPct val="90000"/>
                </a:lnSpc>
                <a:spcBef>
                  <a:spcPts val="0"/>
                </a:spcBef>
                <a:spcAft>
                  <a:spcPts val="0"/>
                </a:spcAft>
                <a:buSzPct val="25000"/>
              </a:pPr>
              <a:r>
                <a:rPr lang="en" sz="1800" b="0" kern="0">
                  <a:solidFill>
                    <a:srgbClr val="FFFFFF"/>
                  </a:solidFill>
                  <a:latin typeface="Calibri"/>
                  <a:ea typeface="Calibri"/>
                  <a:cs typeface="Calibri"/>
                  <a:sym typeface="Calibri"/>
                </a:rPr>
                <a:t>Part 4 – Groundwater</a:t>
              </a:r>
            </a:p>
          </p:txBody>
        </p:sp>
        <p:sp>
          <p:nvSpPr>
            <p:cNvPr id="19" name="Shape 168"/>
            <p:cNvSpPr/>
            <p:nvPr/>
          </p:nvSpPr>
          <p:spPr>
            <a:xfrm>
              <a:off x="3337120" y="487643"/>
              <a:ext cx="1360200" cy="1195500"/>
            </a:xfrm>
            <a:prstGeom prst="roundRect">
              <a:avLst>
                <a:gd name="adj" fmla="val 10000"/>
              </a:avLst>
            </a:prstGeom>
            <a:blipFill rotWithShape="1">
              <a:blip r:embed="rId6">
                <a:alphaModFix/>
              </a:blip>
              <a:stretch>
                <a:fillRect/>
              </a:stretch>
            </a:blip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20" name="Shape 169"/>
            <p:cNvSpPr/>
            <p:nvPr/>
          </p:nvSpPr>
          <p:spPr>
            <a:xfrm rot="10800000">
              <a:off x="6320691" y="1857558"/>
              <a:ext cx="1360208" cy="1271674"/>
            </a:xfrm>
            <a:prstGeom prst="round2SameRect">
              <a:avLst>
                <a:gd name="adj1" fmla="val 10500"/>
                <a:gd name="adj2" fmla="val 0"/>
              </a:avLst>
            </a:prstGeom>
            <a:solidFill>
              <a:srgbClr val="4372C3"/>
            </a:solidFill>
            <a:ln w="12700" cap="flat" cmpd="sng">
              <a:solidFill>
                <a:schemeClr val="lt1"/>
              </a:solidFill>
              <a:prstDash val="solid"/>
              <a:miter/>
              <a:headEnd type="none" w="med" len="med"/>
              <a:tailEnd type="none" w="med" len="med"/>
            </a:ln>
          </p:spPr>
          <p:txBody>
            <a:bodyPr lIns="68575" tIns="68575" rIns="68575" bIns="68575" anchor="ctr" anchorCtr="0">
              <a:noAutofit/>
            </a:bodyPr>
            <a:lstStyle/>
            <a:p>
              <a:pPr fontAlgn="auto">
                <a:spcBef>
                  <a:spcPts val="0"/>
                </a:spcBef>
                <a:spcAft>
                  <a:spcPts val="0"/>
                </a:spcAft>
              </a:pPr>
              <a:endParaRPr sz="1400" b="0" kern="0">
                <a:solidFill>
                  <a:srgbClr val="000000"/>
                </a:solidFill>
                <a:latin typeface="Arial"/>
                <a:ea typeface="Arial"/>
                <a:cs typeface="Arial"/>
                <a:sym typeface="Arial"/>
              </a:endParaRPr>
            </a:p>
          </p:txBody>
        </p:sp>
        <p:sp>
          <p:nvSpPr>
            <p:cNvPr id="21" name="Shape 170"/>
            <p:cNvSpPr txBox="1"/>
            <p:nvPr/>
          </p:nvSpPr>
          <p:spPr>
            <a:xfrm>
              <a:off x="6359800" y="1857558"/>
              <a:ext cx="1281993" cy="1232567"/>
            </a:xfrm>
            <a:prstGeom prst="rect">
              <a:avLst/>
            </a:prstGeom>
            <a:noFill/>
            <a:ln>
              <a:noFill/>
            </a:ln>
          </p:spPr>
          <p:txBody>
            <a:bodyPr lIns="80000" tIns="80000" rIns="80000" bIns="80000" anchor="t" anchorCtr="0">
              <a:noAutofit/>
            </a:bodyPr>
            <a:lstStyle/>
            <a:p>
              <a:pPr algn="ctr" fontAlgn="auto">
                <a:lnSpc>
                  <a:spcPct val="90000"/>
                </a:lnSpc>
                <a:spcBef>
                  <a:spcPts val="0"/>
                </a:spcBef>
                <a:spcAft>
                  <a:spcPts val="0"/>
                </a:spcAft>
                <a:buSzPct val="25000"/>
              </a:pPr>
              <a:r>
                <a:rPr lang="en" sz="1800" b="0" kern="0">
                  <a:solidFill>
                    <a:srgbClr val="FFFFFF"/>
                  </a:solidFill>
                  <a:latin typeface="Calibri"/>
                  <a:ea typeface="Calibri"/>
                  <a:cs typeface="Calibri"/>
                  <a:sym typeface="Calibri"/>
                </a:rPr>
                <a:t>Part 5 – </a:t>
              </a:r>
            </a:p>
            <a:p>
              <a:pPr algn="ctr" fontAlgn="auto">
                <a:lnSpc>
                  <a:spcPct val="90000"/>
                </a:lnSpc>
                <a:spcBef>
                  <a:spcPts val="0"/>
                </a:spcBef>
                <a:spcAft>
                  <a:spcPts val="0"/>
                </a:spcAft>
                <a:buSzPct val="25000"/>
              </a:pPr>
              <a:r>
                <a:rPr lang="en" sz="1800" b="0" kern="0">
                  <a:solidFill>
                    <a:srgbClr val="FFFFFF"/>
                  </a:solidFill>
                  <a:latin typeface="Calibri"/>
                  <a:ea typeface="Calibri"/>
                  <a:cs typeface="Calibri"/>
                  <a:sym typeface="Calibri"/>
                </a:rPr>
                <a:t>Water quality (best practice)</a:t>
              </a:r>
            </a:p>
          </p:txBody>
        </p:sp>
      </p:grpSp>
      <p:pic>
        <p:nvPicPr>
          <p:cNvPr id="22" name="Picture 21" descr="wmologo.jpeg"/>
          <p:cNvPicPr>
            <a:picLocks noChangeAspect="1"/>
          </p:cNvPicPr>
          <p:nvPr/>
        </p:nvPicPr>
        <p:blipFill>
          <a:blip r:embed="rId7"/>
          <a:stretch>
            <a:fillRect/>
          </a:stretch>
        </p:blipFill>
        <p:spPr>
          <a:xfrm>
            <a:off x="8278274" y="5949280"/>
            <a:ext cx="826527" cy="864096"/>
          </a:xfrm>
          <a:prstGeom prst="rect">
            <a:avLst/>
          </a:prstGeom>
        </p:spPr>
      </p:pic>
    </p:spTree>
    <p:extLst>
      <p:ext uri="{BB962C8B-B14F-4D97-AF65-F5344CB8AC3E}">
        <p14:creationId xmlns:p14="http://schemas.microsoft.com/office/powerpoint/2010/main" val="830013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GC_PowerPoint_Template">
  <a:themeElements>
    <a:clrScheme name="">
      <a:dk1>
        <a:srgbClr val="000000"/>
      </a:dk1>
      <a:lt1>
        <a:srgbClr val="FFFFCC"/>
      </a:lt1>
      <a:dk2>
        <a:srgbClr val="092E5C"/>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OGC_PowerPoint_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rgbClr val="969696"/>
          </a:solidFill>
          <a:prstDash val="solid"/>
          <a:round/>
          <a:headEnd type="none" w="med" len="med"/>
          <a:tailEnd type="none" w="med" len="med"/>
        </a:ln>
        <a:effectLst/>
      </a:spPr>
      <a:bodyPr rtlCol="0" anchor="ctr"/>
      <a:lstStyle>
        <a:defPPr algn="ctr">
          <a:defRPr/>
        </a:defPPr>
      </a:lstStyle>
    </a:spDef>
    <a:lnDef>
      <a:spPr bwMode="auto">
        <a:noFill/>
        <a:ln w="12700" cap="flat" cmpd="sng" algn="ctr">
          <a:solidFill>
            <a:srgbClr val="969696"/>
          </a:solidFill>
          <a:prstDash val="solid"/>
          <a:round/>
          <a:headEnd type="none" w="med" len="med"/>
          <a:tailEnd type="none" w="med" len="med"/>
        </a:ln>
        <a:effectLst/>
      </a:spPr>
      <a:bodyPr/>
      <a:lstStyle/>
    </a:lnDef>
    <a:txDef>
      <a:spPr>
        <a:noFill/>
      </a:spPr>
      <a:bodyPr wrap="none" rtlCol="0">
        <a:noAutofit/>
      </a:bodyPr>
      <a:lstStyle>
        <a:defPPr>
          <a:defRPr dirty="0" err="1" smtClean="0"/>
        </a:defPPr>
      </a:lstStyle>
    </a:txDef>
  </a:objectDefaults>
  <a:extraClrSchemeLst>
    <a:extraClrScheme>
      <a:clrScheme name="OGC_PowerPoint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GC_PowerPoint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GC_PowerPoint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GC_PowerPoint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GC_PowerPoint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GC_PowerPoint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GC_PowerPoint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WMO_Powerpoint_template_en">
  <a:themeElements>
    <a:clrScheme name="WMO-Title-SF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WMO-Title-SF">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MO-Title-SF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WMO-Title-SF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WMO-Title-SF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WMO-Title-SF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WMO-Title-SF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WMO-Title-SF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WMO-Title-SF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WMO-Title-SF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WMO-Title-SF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WMO-Title-SF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WMO-Title-SF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WMO-Title-SF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
  <TotalTime>456</TotalTime>
  <Words>900</Words>
  <Application>Microsoft Macintosh PowerPoint</Application>
  <PresentationFormat>On-screen Show (4:3)</PresentationFormat>
  <Paragraphs>108</Paragraphs>
  <Slides>13</Slides>
  <Notes>5</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13</vt:i4>
      </vt:variant>
    </vt:vector>
  </HeadingPairs>
  <TitlesOfParts>
    <vt:vector size="27" baseType="lpstr">
      <vt:lpstr>Arial Black</vt:lpstr>
      <vt:lpstr>Arial Narrow</vt:lpstr>
      <vt:lpstr>Calibri</vt:lpstr>
      <vt:lpstr>CG Times</vt:lpstr>
      <vt:lpstr>Corbel</vt:lpstr>
      <vt:lpstr>MS PGothic</vt:lpstr>
      <vt:lpstr>ＭＳ Ｐゴシック</vt:lpstr>
      <vt:lpstr>NewBaskerville-Roman</vt:lpstr>
      <vt:lpstr>Palatino Linotype</vt:lpstr>
      <vt:lpstr>Times New Roman</vt:lpstr>
      <vt:lpstr>Wingdings</vt:lpstr>
      <vt:lpstr>Arial</vt:lpstr>
      <vt:lpstr>OGC_PowerPoint_Template</vt:lpstr>
      <vt:lpstr>WMO_Powerpoint_template_en</vt:lpstr>
      <vt:lpstr>Introduction to the WMO/OGC Hydrology Domain Working Group</vt:lpstr>
      <vt:lpstr>Benefits of open standards</vt:lpstr>
      <vt:lpstr>What is the OGC?</vt:lpstr>
      <vt:lpstr>OGC Snapshot</vt:lpstr>
      <vt:lpstr>Standards</vt:lpstr>
      <vt:lpstr>Other Document Types</vt:lpstr>
      <vt:lpstr>OGC Web Services</vt:lpstr>
      <vt:lpstr>Harmonization</vt:lpstr>
      <vt:lpstr>World Meteorological Organization (WMO)</vt:lpstr>
      <vt:lpstr>PowerPoint Presentation</vt:lpstr>
      <vt:lpstr>World Meteorological Organization (WMO)</vt:lpstr>
      <vt:lpstr>International Standardization for Water Data</vt:lpstr>
      <vt:lpstr>WaterML2.0 standards</vt:lpstr>
    </vt:vector>
  </TitlesOfParts>
  <Company>OGC</Company>
  <LinksUpToDate>false</LinksUpToDate>
  <SharedDoc>false</SharedDoc>
  <HyperlinkBase/>
  <HyperlinksChanged>false</HyperlinksChanged>
  <AppVersion>15.0035</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OGC TC/PC</dc:subject>
  <dc:creator>Carl Reed</dc:creator>
  <cp:lastModifiedBy>Tony Boston</cp:lastModifiedBy>
  <cp:revision>139</cp:revision>
  <cp:lastPrinted>2003-02-03T21:59:32Z</cp:lastPrinted>
  <dcterms:created xsi:type="dcterms:W3CDTF">2009-10-20T16:54:31Z</dcterms:created>
  <dcterms:modified xsi:type="dcterms:W3CDTF">2017-06-23T15:11:40Z</dcterms:modified>
</cp:coreProperties>
</file>